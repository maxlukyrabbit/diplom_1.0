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76" r:id="rId5"/>
    <p:sldId id="268" r:id="rId6"/>
    <p:sldId id="275" r:id="rId7"/>
    <p:sldId id="280" r:id="rId8"/>
    <p:sldId id="281" r:id="rId9"/>
    <p:sldId id="279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62C"/>
    <a:srgbClr val="17252B"/>
    <a:srgbClr val="000000"/>
    <a:srgbClr val="8A8A8A"/>
    <a:srgbClr val="626262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9"/>
  </p:normalViewPr>
  <p:slideViewPr>
    <p:cSldViewPr snapToGrid="0">
      <p:cViewPr>
        <p:scale>
          <a:sx n="100" d="100"/>
          <a:sy n="100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3T13:13:51.938"/>
    </inkml:context>
    <inkml:brush xml:id="br0">
      <inkml:brushProperty name="width" value="0.35" units="cm"/>
      <inkml:brushProperty name="height" value="0.35" units="cm"/>
      <inkml:brushProperty name="color" value="#17252B"/>
    </inkml:brush>
  </inkml:definitions>
  <inkml:trace contextRef="#ctx0" brushRef="#br0">10879 4343 24575,'-8'-1'0,"0"0"0,0 0 0,-1-1 0,1 0 0,-8-3 0,-32-7 0,-11 7 0,0 2 0,-89 9 0,145-6 0,-1 0 0,0 1 0,1 0 0,-1-1 0,1 1 0,-1 1 0,1-1 0,-1 0 0,1 1 0,0 0 0,0 0 0,0 0 0,0 0 0,0 0 0,0 0 0,0 1 0,1 0 0,-1-1 0,1 1 0,0 0 0,0 0 0,0 0 0,0 0 0,0 1 0,1-1 0,-1 0 0,1 1 0,-1 6 0,-1 3 0,2 1 0,-1 0 0,2 0 0,0 0 0,1 0 0,3 18 0,-4-27 0,1 0 0,0-1 0,0 1 0,0-1 0,1 1 0,0-1 0,0 1 0,0-1 0,0 0 0,0 0 0,1 0 0,0 0 0,0-1 0,0 1 0,0-1 0,1 1 0,-1-1 0,1 0 0,0-1 0,0 1 0,0 0 0,6 2 0,0-1 0,1-1 0,0 1 0,0-2 0,0 0 0,0 0 0,0-1 0,1 0 0,11-1 0,-31-2 0,1 0 0,-1 0 0,1-1 0,-1 0 0,-12-9 0,-43-16 0,14 13 0,2 1 0,-69-13 0,115 27 0,-1 0 0,0 0 0,0 0 0,0 0 0,1-1 0,-1 1 0,0 0 0,1-1 0,-1 1 0,0-1 0,1 0 0,-1 1 0,0-1 0,1 0 0,-1 0 0,1 0 0,-1 0 0,1-1 0,0 1 0,0 0 0,-1 0 0,1-1 0,0 1 0,0-1 0,0 1 0,0-1 0,1 1 0,-1-1 0,0 0 0,1 1 0,-1-1 0,1 0 0,-1 1 0,1-1 0,0 0 0,0 0 0,0 0 0,0 1 0,0-1 0,0 0 0,0 0 0,1 1 0,-1-1 0,0 0 0,1 0 0,0 1 0,-1-1 0,1 0 0,0 1 0,0-1 0,0 1 0,2-3 0,3-6 0,0 1 0,0 0 0,1 1 0,1-1 0,-1 1 0,1 0 0,12-8 0,32-18 0,108-51 0,-128 72 0,1 2 0,-1 1 0,2 2 0,37-5 0,-32 7 0,0-3 0,55-18 0,-76 20 0,-1 0 0,1 2 0,0 0 0,0 1 0,1 0 0,-1 2 0,30-1 0,-27 2 0,0-1 0,34-8 0,35-3 0,487 12 0,-280 3 0,-263 0 0,-1 2 0,1 1 0,40 11 0,-39-7 0,0-2 0,64 4 0,-64-9 0,46 9 0,-48-5 0,56 2 0,-67-8 0,10 0 0,0 1 0,0 1 0,45 10 0,-31-5 0,0-2 0,0-1 0,0-3 0,50-5 0,11 1 0,3041 3 0,-3117 2 0,57 10 0,-55-6 0,48 2 0,-51-8 0,38 1 0,84 13 0,-19-3 0,-86-8 0,58 10 0,-60-7 0,1-2 0,62-1 0,-62-4 0,-1 3 0,63 10 0,-71-7 0,1-2 0,71-2 0,22 1 0,-59 10 0,-52-7 0,0-2 0,27 3 0,6-6 0,-22 0 0,0 1 0,0 1 0,46 10 0,-60-9 0,1 0 0,0-2 0,25 0 0,-27-2 0,-1 2 0,1 0 0,-1 0 0,21 5 0,-35-6 0,0 0 0,-1 1 0,1-1 0,0 0 0,0 0 0,0 0 0,-1 0 0,1 1 0,0-1 0,0 0 0,-1 1 0,1-1 0,0 1 0,-1-1 0,1 1 0,0-1 0,-1 1 0,1-1 0,-1 1 0,1 0 0,-1-1 0,1 1 0,-1 0 0,1-1 0,-1 1 0,0 0 0,1 1 0,-1-1 0,-1 0 0,1 0 0,-1 0 0,1 0 0,-1 0 0,1-1 0,-1 1 0,0 0 0,1 0 0,-1 0 0,0-1 0,0 1 0,0 0 0,0-1 0,0 1 0,1-1 0,-3 1 0,-42 18 0,-28 2 0,47-12 0,0-2 0,0-1 0,-29 4 0,-47 2 0,50-4 0,-73 0 0,95-7 0,-60 12 0,58-8 0,-53 3 0,-339-9 0,392-1 0,1-1 0,-1-1 0,-48-14 0,80 18 0,-1 0 0,1 0 0,0 0 0,-1 0 0,1 0 0,-1 0 0,1 0 0,0 0 0,-1-1 0,1 1 0,-1 0 0,1 0 0,0 0 0,-1 0 0,1-1 0,-1 1 0,1 0 0,0 0 0,-1-1 0,1 1 0,0 0 0,0-1 0,-1 1 0,1 0 0,0-1 0,0 1 0,-1 0 0,1-1 0,0 1 0,0-1 0,0 0 0,11-6 0,25-3 0,-35 10 0,40-9 0,-17 3 0,1 1 0,51-4 0,-39 7 0,42-9 0,-43 5 0,51-1 0,-40 5 0,48-9 0,-50 4 0,60 0 0,344 8 0,-427 0 0,-1 2 0,42 9 0,-11-1 0,80 16 0,-73-16 0,-32-5 0,1-2 0,43 2 0,-43-7 0,-11 0 0,-33 3 0,-28 6 0,-46 14 0,6-1 0,-74 32 0,28-25 0,69-17 0,33-6 0,-1 0 0,-38 0 0,29-3 0,-54 10 0,55-7 0,-61 3 0,-2576-9 0,2643 3 0,-57 9 0,56-5 0,-54 2 0,41-6 0,-47 9 0,-40 3 0,-949-12-806,528-5 1612,494 1-806,-85-15 0,132 15 0,-39-3 0,-58 1 0,65 4 0,0-2 0,-51-9 0,6 0 0,-18-5 0,73 10 0,0 2 0,0 2 0,0 1 0,-42 4 0,-71-4 0,145 1 0,0 0 0,0 0 0,1 0 0,-1 0 0,0-1 0,0 1 0,0 0 0,1-1 0,-1 0 0,0 1 0,1-1 0,-1 0 0,1 0 0,-3-1 0,4 1 0,0 1 0,-1-1 0,1 1 0,0-1 0,0 1 0,0 0 0,0-1 0,0 1 0,0-1 0,0 1 0,0-1 0,0 1 0,0-1 0,0 1 0,0-1 0,0 1 0,0-1 0,0 1 0,1 0 0,-1-1 0,0 1 0,0-1 0,0 1 0,1 0 0,-1-1 0,0 1 0,1 0 0,-1-1 0,0 1 0,0 0 0,1-1 0,-1 1 0,1-1 0,3-2 0,0 1 0,0-1 0,1 0 0,-1 1 0,0 0 0,1 0 0,0 0 0,9-2 0,58-9 0,1 3 0,111 0 0,-146 8 0,55-9 0,29-2 0,129 0-1306,54-1 127,1573 15 334,-1845 1 817,59 10 0,18 2 1635,-88-13-567,-38 2-339,-17 3-663,-2 1-38,-58 5 0,59-9 0,-1 2 0,-33 9 0,-4 2 0,-1-3 0,-93 4 0,137-15 0,-454 6-1986,276-11 2087,-54 6-21,-283-7-2222,393-8 2142,-60-2 0,76 7 0,-162-28 0,-4-2 0,115 11 0,116 15 0,-105-5 0,124 16 38,1-2 1,0-2-1,0-3 1,-56-13 0,73 13-82,1 1 1,-1 2 0,-35 1 0,-84 3 1328,120 1 1333,156-3-2600,143 5-20,-158 9 1,41 2 0,-26-14-572,11-1-266,252 30 0,-119 3 838,-11-3 0,-86-13 8,-112-12-81,105 18 0,45 9-680,-136-23 784,72 17 0,-115-20 6,1 0-1,44 0 0,-18-2 674,-55-3-647,0 0 1,-1 0-1,1 0 0,-1 0 1,1 0-1,-1 0 0,1 1 1,-1-1-1,1 1 0,-1-1 1,1 1-1,-1-1 1,1 1-1,-1 0 0,0-1 1,1 1-1,-1 0 0,0 0 1,0 0-1,1 0 0,-1 1 1,0-1-1,0 0 0,0 0 1,-1 0-1,1 1 0,0-1 1,0 2-1,-1-2-50,0 1 1,-1-1-1,1 0 0,-1 1 0,1-1 0,-1 0 0,0 0 0,1 1 1,-1-1-1,0 0 0,0 0 0,0 0 0,0 0 0,0 0 1,0 0-1,0 0 0,0-1 0,0 1 0,-1 0 0,1 0 1,0-1-1,0 1 0,-1-1 0,1 1 0,0-1 0,-1 0 0,1 1 1,-1-1-1,1 0 0,0 0 0,-2 0 0,-31 4-13,-1-1 0,1-2 0,-46-5 0,37 2 0,-56 4 0,25 10 0,51-7 0,1-1 0,-28 1 0,-449-4-386,237-3 162,215 0 224,-53-9 1,51 4-1,-49 0 0,-22 9 0,-96-4 0,118-10 0,56 5 0,-45-1 0,-112-11-3,119 12 349,-151 6-1,105 3-424,132-2 79,35 1 0,0-3 0,0-1 0,44-9 0,68-20 0,-120 28 0,57 1 0,-59 4 0,-1-2 0,46-7 0,7-3-407,-1 4-1,163 7 0,-104 2 579,77-4-60,225 5-1880,-60 23 786,-114 0-313,83 2 36,-58-14 1541,-141-3 2746,162-10 0,-145-3-3113,-152 1 86,1-1 0,-1-1 0,0-1 0,-1-1 0,26-9 0,38-9 0,9 0 0,-65 15 0,0 1 0,1 1 0,0 2 0,44-3 0,105-6 0,-6 0 0,-25 0 0,2 0 0,1348 12-704,-683 3 688,-771 0 11,54 9 1,29 3 4,440-15 729,-3274 1-4910,2666-2 4194,-54-9 0,54 4 94,-50 0 0,-64 8 3834,305 1-3941,163-5 0,-216-9 0,-56 5 0,49-1 0,472 7-1257,-264 3 783,-100 12 474,-3 0 0,-72-15-65,-30-1-109,172 20-1,-196-11 175,105-1 0,-106-7 0,113 15 0,-118-7 94,1-3 0,93-5 1,60 3 330,-211-2-379,-1-1 1,0 1-1,1 0 0,-1 0 0,0 0 1,1 0-1,-1 1 0,1-1 1,-1 0-1,0 1 0,1-1 0,-1 1 1,0-1-1,0 1 0,1-1 0,-1 1 1,0 0-1,0 0 0,0 0 1,0-1-1,1 3 0,-2-2-26,-1 0-1,1-1 1,-1 1-1,1 0 1,-1 0-1,1 0 1,-1 0 0,0 0-1,0-1 1,1 1-1,-1 0 1,0-1-1,0 1 1,0 0 0,0-1-1,0 1 1,0-1-1,0 0 1,-2 1-1,-63 21 9,-117 16-28,-85 11 0,228-43 0,-48 13 0,58-11 0,-1-1 0,0-2 0,-41 3 0,-564-8 0,372-2 0,1182 2-1210,-112 0 2420,-1233 0-1210,407-1 0,1-1 0,-37-9 0,35 7 0,0 0 0,-27-2 0,-3 5 0,2 1 0,-90-14 0,94 8 0,-70-1 0,70 6 0,-73-11 0,-119-15 0,130 20 0,79 7 0,0-2 0,1 0 0,-34-8 0,-70-11 0,120 16 0,11 0 0,21-1 0,32 0 0,80-7 0,14 0 0,696 14-2021,-783 2 1594,114 21-1,-116-14 463,117 7-1,-130-19-3,-34 0 8,1 1 1,0 1-1,0-1 1,0 2 0,0 0-1,0 0 1,-1 1-1,1 1 1,-1 0-1,15 11 894,-39-11-391,-16 1 219,-630-2-1286,320-5 243,267 4 282,0-4 0,0-3 0,-71-15 0,-77-8 0,2 0 0,-84-31-890,193 44 558,31 5 240,-78-21 0,-34-8-141,48 12 83,35 9 139,77 16 397,1-2 0,-1-1 0,1-1 0,1-2-1,-30-12 1,57 21-370,0-1 0,0 1 0,0 0-1,0-1 1,0 1 0,0-1 0,0 1 0,1-1-1,-1 1 1,0-1 0,0 0 0,0 1 0,1-1-1,-1 0 1,0 0 0,1 0 0,-1 1 0,1-1-1,-1 0 1,1 0 0,-1 0 0,1 0 0,0 0-1,-1 0 1,1-1 0,0 1-13,1 0 1,-1 0-1,1 0 1,-1 0-1,1 0 0,-1 0 1,1 0-1,0 0 1,-1 0-1,1 1 0,0-1 1,0 0-1,0 0 1,0 1-1,0-1 0,-1 1 1,1-1-1,2 0 0,4-2-9,1 0 0,-1 0-1,1 0 1,0 1 0,8-1-1,60-2 7,112 6 0,-62 2 0,601-3-722,-695 2 714,59 10 0,-58-6 1,58 2-1,-26-5 8,77 13 0,-94-11 376,77-3 1,-580-2-377,205-1 0,213-1 0,-56-9 0,54 5 0,-41-2 0,31 8 0,-2-1 0,0-1 0,-53-10 0,56 5 0,-54-1 0,-36-4 0,-8-15 0,122 22 0,0 2 0,0 1 0,-40 1 0,121 0 0,87-13 0,-72 6 0,0 2 0,130 7 0,-69 2 0,476-3 0,-720 2 0,-127-5 0,92-22 0,103 15 0,0 3 0,-46-3 0,17 5-361,-105-21 0,93 3 345,63 16 9,-1 1 0,1 1 1,-1 1-1,-33-2 0,11 3 7,-1-2 0,1-2 0,-60-18 0,49 13 193,0 2 0,-1 2 0,-95 0 0,144 8-193,4 1 0,-1-1 0,1 0 0,0 0 0,-1 0 0,1 0 0,0-1 0,-1 1 0,1-1 0,0 0 0,-1 0 0,1 0 0,0-1 0,-5-2 0,8 4 0,0-1 0,0 1 0,-1-1 0,1 0 0,0 1 0,0-1 0,0 1 0,0-1 0,0 0 0,0 1 0,1-1 0,-1 0 0,0 1 0,0-1 0,0 1 0,0-1 0,1 0 0,-1 1 0,0-1 0,1 1 0,-1-1 0,0 1 0,1-1 0,-1 1 0,1-1 0,-1 1 0,0 0 0,1-1 0,-1 1 0,1-1 0,-1 1 0,1 0 0,0 0 0,-1-1 0,1 1 0,-1 0 0,1 0 0,0-1 0,24-11 0,2 6 0,1 1 0,0 1 0,0 2 0,0 1 0,0 1 0,34 4 0,20-1 0,97-5-27,157 5-564,-118 23-659,-133-14 1155,101 3 0,-127-11 95,-1 2 0,96 24 0,-94-17 0,1-2 0,79 4 0,-68-9-144,89 17 0,4 1-1457,3 0 1312,-99-12 513,131 6 0,-167-16-228,-1 1 0,0 2 1,42 11-1,-39-8 63,1-1 1,45 4 0,137 15 2453,-152-15-2143,2-3 1,68 0-1,496-9-370,-614 4 0,-22 3 0,-29 6 0,-161 10 0,123-13-2,-1-4 0,-116-6-1,61-2-555,60 3 783,-380-16-2125,-11-16 1900,277 6 55,-81-8-1922,-492-59-1442,279 25 1793,-153-11 1571,220 24-80,-43-4 902,281 31-531,90 13-48,-163-10 0,76 11 793,-11 1 351,158 12-224,0-1-1,-34-8 1,-34-3-376,63 14-842,-1 1 0,0 0 0,-29 8 0,22-4 0,-26 1 0,1-3 0,-101-6 0,44-1 0,-245 3 0,361 0 0,-1 0 0,0 0 0,0 0 0,0 0 0,0 0 0,0 1 0,0-1 0,0 0 0,0 0 0,0 0 0,0 0 0,0 0 0,0 0 0,0 0 0,0 0 0,0 0 0,0 0 0,0 1 0,0-1 0,0 0 0,0 0 0,0 0 0,0 0 0,0 0 0,0 0 0,0 0 0,0 0 0,0 0 0,-1 0 0,1 0 0,0 1 0,0-1 0,0 0 0,0 0 0,0 0 0,0 0 0,0 0 0,0 0 0,0 0 0,0 0 0,0 0 0,0 0 0,0 0 0,-1 0 0,1 0 0,0 0 0,0 0 0,0 0 0,0 0 0,0 0 0,0 0 0,0 0 0,0 0 0,0 0 0,12 7 0,17 5 0,-26-11 0,20 6 0,0 0 0,1-1 0,0-2 0,42 3 0,-30-4 0,45 8 0,-47-6 0,54 3 0,-50-6 0,0 3 0,66 14 0,-63-9 0,79 6 0,-54-9 0,95 21 0,-35-5 0,-51-11-334,222 25-388,-120-10 738,-38-4-196,21 0-1312,-70-8 1535,94 2 0,-129-13-43,0 3 0,90 23 0,-27-5 0,57-2 0,8 2 0,-52-5-415,43 10 170,-91-12 245,164 13 0,-206-26 0,70 18 0,13 1 0,-55-13-23,-33-5 544,54 3-1,-72-8-196,0 0 0,1 1 0,-1 1 0,0 1 0,0 1 0,25 10 0,-42-15-324,0 1 0,0-1 0,0 0 0,0 1 0,0-1 0,0 1 0,0-1 0,0 1 0,-1 0 0,1-1 0,0 1 0,0 0 0,-1-1 0,1 1 0,0 0 0,-1 0 0,1 0 0,-1 0 0,1 0 0,-1 0 0,1-1 0,-1 1 0,0 0 0,1 0 0,-1 0 0,0 0 0,0 1 0,0-1 0,0 1 0,0 0 0,-1 0 0,0 0 0,0 0 0,0-1 0,0 1 0,-1 0 0,1-1 0,0 1 0,-1-1 0,1 0 0,-1 1 0,1-1 0,-1 0 0,-1 1 0,-10 6 0,-1-1 0,-26 11 0,-25 8 0,-1-3 0,-117 24 0,66-23-152,71-13 40,0-3-1,0-1 1,-55 1 0,-220 18-974,-5 0-23,94-12 1109,176-9 0,-353 0-671,42-3 102,254 11 510,63-6 745,-62 0 0,89-8-236,18 0-301,-1 0 0,0 0-1,0 1 1,0 0 0,0 0 0,1 1 0,-1-1 0,0 1-1,0 1 1,1-1 0,-1 1 0,0 0 0,-5 2-1,11-3-143,0-1 0,0 1 0,0-1 0,0 1 0,0-1 0,0 0 0,0 1 0,0-1 0,0 1 0,0-1 0,0 1 0,0-1 0,0 1 0,0-1 0,0 0-1,1 1 1,-1-1 0,0 1 0,0-1 0,1 0 0,-1 1 0,0-1 0,0 0 0,1 1 0,-1-1 0,0 0 0,1 0 0,-1 1 0,0-1 0,1 0 0,-1 0-1,1 1 1,-1-1 0,0 0 0,2 0 0,16 11 3,-16-10-4,74 41-4,-38-20 0,76 31 0,16 2 0,34 11 0,3-19-710,87 23 710,-53-16 0,161 34-1459,-143-39-387,292 58 1846,-405-88-176,217 48-1854,-78-16 97,-48-11 1255,65 8 667,32 8 163,-214-34-215,-43-10 421,1-2 1,69 9-1,-45-12 123,64 17 0,-71-13 668,25 1 140,-50-9 78,57 19 1093,-87-21-2442,-12 5 349,-15 4-300,-4-5-67,-50 2 0,51-6 0,0 2 0,-30 7 0,-3 3-99,-1-4-1,-75 3 0,-130-9-335,163-4 377,-78-12-695,11-1 67,23 8-284,-248-45 0,121 22-110,-22-3-121,57-4 33,-56-11-426,-8-5 1709,44 9-25,-168-26 1173,365 59 1002,-100-27 0,131 32-694,29 5-1446,0 0 0,1 0-1,-1-1 1,0 1-1,0-1 1,1 0-1,-1-1 1,1 1-1,-1-1 1,1 0-1,-1 0 1,-3-3-1,8 5-123,-1 0-1,1-1 1,0 1-1,0 0 1,0 0-1,0 0 1,0 0-1,0-1 1,0 1-1,0 0 1,0 0-1,0 0 1,0 0-1,0-1 1,0 1-1,0 0 1,0 0-1,0 0 1,0 0-1,0-1 1,0 1-1,0 0 1,0 0-1,0 0 1,0 0-1,1-1 1,-1 1-1,0 0 1,0 0-1,0 0 1,0 0-1,0 0 1,0 0-1,0-1 1,1 1-1,-1 0 1,0 0-1,0 0 1,0 0-1,0 0 1,1 0-1,-1 0 1,0 0-1,0 0 1,0 0-1,0 0 1,1 0-1,-1 0 1,16-5 3,15 1-7,83-9 3,-69 7 0,55-2 0,725 9 0,-793 1 0,57 9 0,-55-5 0,44 2 0,-11-4 0,69 15 0,-112-16 0,-22-3 0,-1 0 0,0 0 0,0 0 0,0 0 0,1 0 0,-1 1 0,0-1 0,0 0 0,0 1 0,0-1 0,1 0 0,-1 1 0,0 0 0,0-1 0,0 1 0,0-1 0,0 1 0,0 0 0,0 0 0,-1 0 0,1 0 0,0 0 0,0-1 0,0 1 0,-1 0 0,1 1 0,-1-1 0,1 0 0,0 2 0,-1-2 0,-1 1 0,1-1 0,-1 1 0,0-1 0,1 1 0,-1-1 0,0 0 0,0 0 0,0 1 0,0-1 0,0 0 0,0 0 0,0 0 0,0 0 0,-1 0 0,1 0 0,0 0 0,-1 0 0,1-1 0,0 1 0,-1 0 0,-2 0 0,-14 6 0,0-1 0,-1 0 0,0-2 0,0 0 0,-1-1 0,-31 0 0,25 0 0,-47 8 0,50-6 0,1-2 0,-26 2 0,-700-4-1037,361-3 655,356 0 647,-56-9 1,55 5 49,-54-2 0,79 8-224,-25 1 71,28 2-150,20 4-19,253 69 7,-183-53-364,92 13 0,59 15-1713,393 104-462,-502-127 2539,246 49 0,-9-23 0,-279-41-198,227 46-1302,-253-46 1500,74 6 0,53 12 0,-159-25 1071,1-1 0,0-2 0,-1 0 0,32-3-1,-69 1-858,-456-4 1264,343-9-1951,-42-2 171,125 12 273,1-3-1,-68-15 1,69 12-1,-1 1 0,-74-4 0,68 11 32,0-1 0,1-3 0,-1-1 0,-70-18 0,59 10 0,-85-8 0,95 15 0,-177-16 0,143 8 176,35 5 122,-89-5 0,99 12-216,-46-9-1,46 5-64,-44-2 0,35 9-17,29 0 0,0 0 0,1-2 0,-1 1 0,-26-6 0,40 6 0,0 0 0,-1 0 0,1 0 0,-1 0 0,1 0 0,-1 0 0,1 0 0,0 0 0,-1 0 0,1 0 0,-1-1 0,1 1 0,0 0 0,-1 0 0,1 0 0,-1 0 0,1-1 0,0 1 0,-1 0 0,1-1 0,0 1 0,-1 0 0,1 0 0,0-1 0,0 1 0,-1 0 0,1-1 0,0 1 0,0-1 0,0 1 0,-1 0 0,1-1 0,0 0 0,14-5 0,24 0 0,236 3 0,-141 5 0,-89 0-125,0 3 1,69 15-1,-65-10-33,83 6 0,-67-10-121,73 15 0,-75-10-37,79 5 0,-35-8 177,108 23 0,-123-15 50,1-4 0,94 0-1,-139-9 654,-1 2 0,0 2 0,84 23 0,-108-24-486,-153-4 14,-72-1-433,-136-4-400,3-35-642,222 21 1113,-128-25-263,55 8-1267,-1248-262-1912,877 179 2729,513 108 977,-860-135-982,797 130 1042,-215-17 1315,281 30-276,-46-7 1,73 6-422,0 0 1,0-2-1,0 0 0,1-1 0,0 0 0,-19-10 0,77 9 1708,148 22-2868,-83-4-111,135 23-912,-122-14 970,454 76-2392,-71-10 527,122 13 2242,-206-39-868,-201-25 1005,23 3-5,-90-14 409,-94-13 43,85 5 0,-17-2 2482,-59-5-620,-138-14 895,-53 6-2969,21 0-363,0-6-780,-1-4-1,-173-38 0,81 18 936,2 1 0,-346-73-4068,16-5 3647,197 47 421,-121-39 5664,472 94-4472,39 7-895,38 12-365,-44-8-24,81 23 0,-82-17-268,84 9 0,-22-4 27,-18 0 333,145 33 0,163 39 0,-286-67 0,216 21 0,-334-45 44,0 1 0,0-1 1,-1 1-1,1 0 0,0 0 0,-1 1 0,1-1 0,-1 1 0,8 3 0,-12-4-26,0-1 0,0 0 0,0 0 0,0 1 0,0-1 0,0 0 0,0 0 0,0 1 0,0-1 0,0 0 0,-1 0 0,1 1 0,0-1 0,0 0 0,0 0 0,0 1 0,0-1 0,0 0 0,0 0 0,-1 1 0,1-1 0,0 0 0,0 0-1,0 0 1,-1 0 0,1 1 0,0-1 0,0 0 0,0 0 0,-1 0 0,1 0 0,0 0 0,0 0 0,-1 0 0,1 1 0,0-1 0,0 0 0,-1 0 0,1 0 0,0 0 0,0 0 0,-1 0 0,1 0 0,0 0 0,0 0 0,-1 0 0,1-1-1,0 1 1,0 0 0,-1 0 0,-16 3 221,-257-1-833,140-4 478,83-1-195,0-2 0,0-2 1,-60-18-1,52 12-404,-107-12 0,-30-4 497,60 6-765,-191-31 344,122 15 501,24 3 21,57 26 93,81 8 322,0-2-1,-64-14 1,4-4 3273,127 22-3044,46 8 0,140 35-1022,40 10-1378,-82-22 1734,-27-6-31,155 28-2869,-271-49 2752,472 86-985,-203-53 1567,-42 1 798,-170-22-256,118 8-1,-341-26 2588,59 3-3677,0-3-1,-123-21 0,-293-58-327,365 57 581,89 14 0,-57-6 0,-88-7-258,-208-52 0,366 69 261,-46-1 1,47 5 1035,-54-10-1,56 4-566,28 8-470,0 0 0,0 0 1,1 0-1,-1 0 0,0 0 0,0 0 1,0 0-1,0 0 0,0 0 0,0 0 0,1 1 1,-1-1-1,0 0 0,0 0 0,0 0 1,0 0-1,0 0 0,1 0 0,-1 0 0,0 0 1,0 0-1,0 0 0,0 0 0,0 0 1,0-1-1,1 1 0,-1 0 0,0 0 0,0 0 1,0 0-1,0 0 0,0 0 0,0 0 1,0 0-1,1 0 0,-1 0 0,0 0 0,0-1 1,0 1-1,0 0 0,0 0 0,0 0 1,0 0-1,0 0 0,0 0 0,0 0 0,0-1 1,0 1-1,0 0 0,0 0 0,1 0 1,-1 0-1,0 0 0,0-1 0,0 1 0,0 0 1,-1 0-1,1 0 0,0 0 0,0 0 1,0 0-1,0-1 0,0 1 0,0 0 0,56 0-100,-33 1 144,-9-1-126,64 0-95,0 2 0,150 26 0,8 11 168,-99-18-1277,-29-5 1218,90 18 70,-150-25 23,75 4 0,-77-9-439,84 16 1,-85-11 415,1-2 1,84 2-1,-44-5 687,-81-4-520,-1 0 0,1 1 0,0-1 0,-1 1 0,1 0 0,-1 1 0,1-1 0,-1 1 0,0-1 0,5 4 0,-9-5-167,0 1-1,0-1 0,0 0 0,0 0 0,0 1 0,0-1 0,0 0 0,0 0 0,0 1 0,0-1 0,0 0 1,0 0-1,0 1 0,0-1 0,0 0 0,-1 0 0,1 1 0,0-1 0,0 0 0,0 0 0,0 0 0,-1 1 0,1-1 1,0 0-1,0 0 0,0 0 0,-1 1 0,1-1 0,0 0 0,0 0 0,-1 0 0,1 0 0,0 0 0,0 0 0,-1 0 1,1 0-1,0 0 0,0 0 0,-1 0 0,1 0 0,0 0 0,0 0 0,-1 0 0,1 0 0,0 0 0,0 0 0,-1 0 1,1 0-1,-1 0 0,-16 2-16,-38 2-123,0-3 0,0-2 0,0-2 0,1-3 0,-1-3 0,-73-20-1,61 12-639,-97-11 0,43 9-202,-436-99-141,215 49 1119,335 68 0,-112-22-213,-241-40-960,266 48 1144,29 3-20,-79-3-1,74 11 718,0-3 0,-103-24 0,155 23 206,35 5 412,34 4 382,25 9-2130,0 4 0,123 39-1,-110-26-268,112 17 0,469 84-1831,-305-53 2173,-141-41-11,64 13 541,-252-40 968,1-1 0,0-2-1,43-1 1,-165-5-380,-105-14 1,-136-52-2185,147 41 253,39 9 370,8-5 818,-153-30 15,-23 6 82,37 8-1031,-23-6 325,111 20 487,142 20 2088,-75 0-1,147 5-1672,0 1 0,0 1-1,0 2 1,0 1 0,49 15-1,289 112-1411,245 60 1133,-496-158 554,126 22 0,-238-54-539,-13-1-6,-30 0-6,-55-5-5,-72-15 2,112 14 0,4-2 0,-89-24 0,90 18 0,-91-12 0,89 17 0,1-1 0,-65-22 0,107 29 0,4 2 0,0-1 0,1 1 0,-1 0 0,0-1 0,1 1 0,-1-1 0,1 0 0,-1 0 0,1 1 0,-1-1 0,1 0 0,0 0 0,-1 0 0,1 0 0,0-1 0,0 1 0,0 0 0,0-1 0,0 1 0,0 0 0,0-1 0,0 1 0,0-1 0,1 1 0,-1-1 0,0-1 0,2 1 0,-1 1 0,1 0 0,-1-1 0,1 1 0,-1 0 0,1-1 0,0 1 0,0 0 0,0 0 0,0 0 0,-1 0 0,2 0 0,-1 0 0,0 0 0,0 0 0,0 0 0,0 0 0,1 0 0,-1 1 0,0-1 0,0 0 0,1 1 0,-1 0 0,1-1 0,-1 1 0,0 0 0,1-1 0,-1 1 0,4 0 0,39-5 0,1 2 0,86 6 0,-34 0 0,9-1 0,107 16 0,-89-10 3,-92-8-143,0 2 0,0 1 0,0 1 0,36 11 0,-4 0 107,1-2-1,0-3 0,70 1 0,-62-5-413,-50-3 571,1 1-1,43 15 0,-48-13 59,1 0-1,-1-1 1,1-1 0,33 2 0,-44-7-182,0 1 0,0 1 0,1-1 0,-1 2 0,0-1 0,0 1 0,0 1 0,12 4 0,-23-3 0,-12-1 0,-14 1 0,-99 9 0,82-7 0,-57 1 0,66-5 0,-69 12 0,35-3 0,3 1 0,39-7 0,1-1 0,-37 1 0,12-5 0,-21 0 0,-131 15 0,137-7 0,1-4 0,-74-4 0,90-1 0,76 1 0,34 0 0,0 2 0,0 3 0,76 16 0,55 11-282,-27-7-396,190 32-853,-165-29 1049,172 15 482,-324-39 0,72 18 0,-78-14 0,1-1 0,-1-2 0,48 2 0,-38-7 0,0 1 0,67 12 0,-53-7 239,-41-5-80,-1 0-1,0 1 0,18 5 1,-31-7-118,1 0 1,-1 0 0,1 0-1,-1 0 1,1 0 0,-1 0-1,1 0 1,-1 0 0,1 0-1,-1 0 1,0 1 0,1-1-1,-1 0 1,1 0 0,-1 0-1,0 1 1,2 0 167,-2 0-168,1-1 1,-1 0 0,0 1-1,0-1 1,1 0 0,-1 1-1,0-1 1,0 1 0,0-1-1,1 1 1,-15 5 579,-24 0-517,-130 11-104,89-8-338,0-4 1,-116-6-1,63-2-546,-46 3-94,-213-29 1,80-5-103,-166-28-1365,232 23 2445,50 11 0,73 7 2,-104-20-145,-40-10 130,153 37 2533,353 16 3037,-159-5-6070,0 3 0,91 13 0,40 9 591,5 1-1073,48 11 513,78 14 309,-114-21-184,6 1-16,-111-11 373,-94-16 0,0 3 0,0 0 0,-1 2 0,47 16 0,-22-6 1039,-147-13 1217,-83-2-2553,-115-4-76,242-2 373,-60-15 0,61 10 0,-60-5 0,-22 4-667,-215-45 0,276 40 667,-96-11 0,-49-11-611,126 20 452,-43-11 252,-69-12 350,401 37 1795,-130 4-2238,17-1 0,152 18 0,-141-4 0,69 14 0,73 9-691,-162-27 658,-52-6 85,0-1 58,0 2 1,0 1-1,0 1 0,43 15 0,-69-21-107,-1 0-1,0 0 0,0 0 0,1 0 1,-1 0-1,0 0 0,1 0 0,-1 0 1,0 0-1,1 0 0,-1 0 0,0 0 0,0 0 1,1 0-1,-1 1 0,0-1 0,1 0 1,-1 0-1,0 0 0,0 0 0,1 1 0,-1-1 1,0 0-1,0 0 0,0 0 0,1 1 1,-1-1-1,0 0 0,0 0 0,0 1 0,0-1 1,1 0-1,-1 1 0,0-1 0,0 0 1,0 0-1,0 1 0,0-1 0,0 0 1,0 1-1,0-1 0,0 0 0,0 1 0,0-1 1,0 0-1,0 0 0,0 1 0,0-1 1,0 0-1,-1 1 0,-19 4 16,-30-2-29,-21-6 11,-72-13 0,116 13 0,-71-5 0,59 5 0,-78-13 0,-270-42-661,300 44 976,-154-42-1,221 52-289,17 4-25,-1 0 1,0 0 0,1-1-1,-1 1 1,1-1-1,0 0 1,-1 0-1,1 0 1,0-1-1,-1 1 1,1-1-1,0 1 1,-5-5-1,8 5 0,0 0 0,1 1 0,-1-1 0,1 0 0,-1 1 0,1-1 0,-1 1 0,1-1 0,-1 1 0,1-1 0,-1 1 0,1-1 0,0 1 0,-1 0 0,1-1 0,0 1 0,0 0 0,-1 0 0,1-1 0,0 1 0,0 0 0,-1 0 0,1 0 0,0 0 0,0 0 0,1 0 0,23-3 0,240-1 0,-142 6 0,-84 0 23,0 2 1,70 17-1,-61-11-413,52 4 1,120 9 163,-171-19 209,-35-3 17,1 0 0,-1 0 0,0 1 0,0 1 0,0 1 0,-1 0 0,18 7 0,-30-11 4,-1 0-1,1 0 1,-1 1-1,1-1 1,-1 0-1,1 0 0,-1 0 1,0 0-1,1 0 1,-1 1-1,1-1 1,-1 0-1,0 0 1,1 1-1,-1-1 1,0 0-1,1 0 0,-1 1 1,0-1-1,1 0 1,-1 1-1,0-1 1,0 1-1,1-1 1,-1 0-1,0 1 1,0-1-1,0 1 1,1-1-1,-1 1 0,0-1 1,0 1-1,0-1 1,0 0-1,0 1 1,0-1-1,0 1 1,0-1-1,0 1 1,0-1-1,0 1 1,-1 0-1,-21 7 324,-32-2 149,-468-9-1404,213-22-918,201 12 1338,-113-26 0,124 18-77,-168-13 0,-97-4 569,35 1-2772,-74-18 1329,81 13 1459,132 20 0,128 14-42,-267-47 435,242 38 164,-121-8-1,77 12 1090,99 12-964,24 1-526,0 1 0,0-1 0,0 0 0,0-1 0,0 1 0,1-1 0,-1 0 0,-19-21 2596,26 22-2707,19-4 800,-1 4-731,1 0 0,-1 1 0,0 1 1,27 7-1,50 3-144,178 20-644,-198-21 582,15 1-251,79 14-703,-169-26 1045,277 52-80,-13-7 81,-157-23 0,147 23 0,-198-35-205,78 5 0,-74-10 12,64 14 0,-71-10 176,86 5 0,-89-11 5,-11 2 763,42 11 0,-81-15-688,-120 1 1451,-50 0-1505,-131-5-737,65-24 236,11 1-1252,-100-15 250,92 7-564,-408-52 178,309 34 1691,136 19 192,-437-81-892,414 79 871,126 23 64,-89-24 1,102 19 646,-92-9 1,63 11-180,26-8 6979,129 29-7500,443 102-2305,198 36-2781,-410-100 4871,18 4 252,74 14-1662,-94-18 581,1166 166-1733,-1442-210 2784,341 47 34,471 49 135,-482-59-38,-34-2-140,507 45 1134,-571-51 1335,141 10 3648,-502-40-4227,29 2-2618,0-4-1,-119-20 1,-271-59-1519,278 46 2022,-459-90-1139,155 23 1373,-44-11 0,51-6 0,101 46 0,229 40-411,-71-17-271,11 8 1598,138 31 2575,182 16 67,62-6-3444,-29 0-661,440 33-2306,-153 25 1070,-176-21-776,-74-12 1259,141 17 296,122 7 1004,-45-3 0,-34 2 0,23 3 0,431 20 85,-431-61 1237,-55-5-297,-188 9 1178,-61-5 9,60 0 0,-181-29-971,-27-2-1241,60 15 0,0 0 0,0 2 0,-42-3 0,-8 2-377,-144-32-1,33 3-87,-79-24 465,5 0 0,164 40-563,-132-44 0,18 3-14,-284-70 577,391 107-255,-93-24-499,97 27 356,75 17 410,0-2-1,-35-12 1,50 14 315,-1 0-1,0 1 1,0 1-1,0 0 1,-33 1 0,211 4 2014,-43 2-2855,168 29 0,-256-28-24,207 32-868,-9 1 1494,-17-1-1159,98 15-103,-76-9 749,1118 176 425,-1288-210-53,83 14-883,255 8 0,-349-29 1160,-1 2 1,71 16-1,-74-10 599,0-3 0,84 2 0,-264-6 3671,-211-8-5418,124-22-807,53 3 1684,-123-17-934,189 24-87,-112-26-474,39 7 1539,-164-25 3,222 31 0,68 16 0,-57-9 0,-205-36 0,94 11 604,-29-4-296,132 26-367,-12-2 1154,114 26-550,1 0 0,0 0 0,0-1 0,-9-9 1222,20 12-1747,18-3 242,23 0-306,-32 3 44,131-1 0,146 19 0,89 21-1002,-269-27 849,57 2-142,7-1 295,-2 0 0,-120-13 0,0 2 0,65 11 0,-80-9 214,1-1 0,54-1 1,19 0 592,-106-2-807,1 0 0,-1 0 0,1 0 0,-1 0 0,1 0 0,-1 1 0,1-1 0,-1 1 0,1-1 0,-1 1 0,0-1 0,1 1 0,-1 0 0,0-1 0,1 1 0,-1 0 0,0 0 0,2 2 0,-3-2 0,-1 0 0,1-1 0,0 1 0,-1 0 0,1 0 0,-1-1 0,1 1 0,-1 0 0,0-1 0,1 1 0,-1-1 0,0 1 0,1-1 0,-1 1 0,0-1 0,0 1 0,1-1 0,-1 1 0,0-1 0,0 0 0,0 0 0,1 1 0,-1-1 0,0 0 0,0 0 0,0 0 0,0 0 0,0 0 0,0 0 0,1 0 0,-1 0 0,-1-1 0,-79 7 0,-130-6 0,79-3 0,100 3 84,-48 2-292,0-4-1,0-3 1,-132-27 0,185 27 208,-1 1 0,-32 0 0,38 3 0,1 0 0,0-2 0,0 0 0,0-1 0,-22-8 0,3-3 31,-1 2 0,0 2 1,-78-10-1,99 18 177,0 0 0,-35-11 0,121 8-208,474 7 0,-515 0 0,0 2 0,33 7 0,-31-5 0,47 4 0,-54-8 0,0 1 0,27 6 0,-40-7 0,0 1 0,0 0 0,0 0 0,-1 1 0,1 0 0,-1 0 0,0 0 0,0 1 0,0 0 0,6 5 0,-12-9 0,1 0 0,-1 1 0,1-1 0,-1 0 0,0 1 0,1-1 0,-1 0 0,0 1 0,1-1 0,-1 1 0,0-1 0,1 0 0,-1 1 0,0-1 0,0 1 0,0-1 0,1 1 0,-1-1 0,0 1 0,0-1 0,0 1 0,0-1 0,0 1 0,0-1 0,0 1 0,0-1 0,0 1 0,0-1 0,0 1 0,0-1 0,-1 1 0,1-1 0,0 1 0,0-1 0,0 1 0,-1-1 0,1 1 0,0-1 0,-1 1 0,-24 9 0,-31-5 0,56-5 0,-486 0-1801,200-2 1637,127-5-919,-189-35 0,234 26 734,-38-5-350,-179-22-950,86 5 1649,-16-2 0,-665-68-2529,858 99 2495,-33-4-121,-145-22-460,-63 2 1036,26 5 214,82 5 1163,53 8-138,136 14-1175,6 0-272,1 0-1,0 0 1,0 1 0,0-1-1,0 1 1,-1 1 0,1-1 0,0 1-1,-11 9 1504,17-9-1680,9 11 671,16 7-28,16 3-659,2-2 1,0-2-1,0-1 0,81 17 0,-89-24-11,165 39-1261,37 1 1252,-97-22 0,897 163-6216,-608-143 6216,-63-10-221,121 3-117,-188-25 313,-155-6 1149,-13 2-1098,73 2-29,182-15 6840,-524 3-6766,-156-5-74,96-25-419,28 3 142,22-1-114,104 17 294,1 1 0,-67-2 0,57 6-165,1-2 1,-96-24-1,94 17 16,-1 3 1,-79-6-1,-114-12 249,52 3 0,15-3 0,42 5 0,-286-32-169,254 31 103,100 13 1120,1 2 0,-85 0 1,176 9-1051,213 2 0,-182 5 4,89 23 1,7 2-1587,402 58 1299,-284-43-847,46 7 3,18 6 1123,-257-45 0,87 21-484,124 21-642,209 47 965,-198-38-643,1 12 1596,-226-63-743,-51-13 528,-1 2 0,0 0 1,-1 1-1,1 1 0,-1 1 1,31 15-1,-48-22-521,0 1 0,0 0 1,1-1-1,-1 1 0,0 0 0,0 0 1,0-1-1,0 1 0,0 0 0,0 0 1,0 0-1,0 0 0,0 1 0,0-1 1,-1 0-1,1 0 0,0 0 0,-1 1 1,1-1-1,-1 0 0,0 1 0,1-1 1,-1 2-1,0-2-35,-1 0 0,1 0 0,-1 0-1,0 1 1,1-2 0,-1 1 0,0 0 0,0 0 0,0 0 0,0 0-1,0 0 1,0-1 0,0 1 0,0 0 0,0-1 0,0 1 0,0-1-1,0 1 1,0-1 0,-2 1 0,-7 2-22,-1-1 0,1 1 0,-1-2-1,-16 1 1,-117 11 1,-13 0 0,-240-35-1031,252 12 511,75 7-8,-91-15-1,42-4 529,-137-30 0,33 12 0,60 14 0,-204-27 0,29 6 0,163 20 45,-36-7-870,168 27 828,1 2 0,-77 1 0,11 1-156,18-11 414,71 10 225,0 0 1,0 2-1,0 0 0,-1 1 0,-26 2 0,84-4-368,0 2 0,40 4 0,3-1-118,-52-2-107,0 1-1,0 2 1,0 1 0,0 1-1,41 13 1,125 31 107,-87-24 0,70 9-308,-33-8-332,8 0-506,16 3 367,87 22 779,-201-41 0,233 43-508,126 9 1972,-388-59-795,0 2 1,43 13-1,-68-18-657,-1 0 0,0 0 1,1 0-1,-1 0 0,0 0 0,1 0 0,-1 0 0,0 0 0,0 1 0,1-1 0,-1 0 0,0 0 0,1 0 1,-1 0-1,0 0 0,0 1 0,1-1 0,-1 0 0,0 0 0,0 0 0,0 1 0,1-1 0,-1 0 1,0 0-1,0 1 0,0-1 0,1 0 0,-1 0 0,0 1 0,0-1 0,0 0 0,0 1 0,0-1 0,0 0 1,0 0-1,0 1 0,0-1 0,0 0 0,0 1 0,0-1 0,0 0 0,0 1 0,-14 7 70,-22 0-131,-308-3 81,181-8-838,-195-13 652,243 3 154,-121-19 0,74 10 0,-26-6 0,-147-28-1446,195 36 1290,96 16 79,0-2 1,-48-14 0,63 14 206,0 0-1,-1 2 1,-33-1 0,25 2 53,35 3-104,1 0 0,-1 0 0,1 0 0,0-1 0,-1 1 0,1-1 0,0 0 0,-1 0 0,1 0 0,0 0 0,0 0 0,0-8 892,22 4-833,65 0-138,98 6 0,-60 1 0,-72 1-339,0 3 0,0 1 0,67 20 0,59 9 345,130 16-6,68 14 0,-63 5 0,-24-16 0,-123-17-676,-8-2 695,-153-36 34,0 1 0,0 0-1,-1 0 1,1 1 0,0-1 0,-1 1-1,1-1 1,-1 1 0,5 3-1,-8-5-21,0 1-1,1-1 0,-1 0 0,0 1 0,1-1 0,-1 0 0,0 1 0,0-1 1,1 0-1,-1 1 0,0-1 0,0 0 0,0 1 0,0-1 0,1 1 0,-1-1 0,0 0 1,0 1-1,0-1 0,0 1 0,0-1 0,0 0 0,0 1 0,0-1 0,0 1 0,0-1 1,0 1-1,0-1 0,-1 0 0,1 1 0,0 0 0,-23 13 486,-2-9-516,1 0 0,-2-2 0,1 0 0,0-2 0,0-1 0,-38-4 0,-15 1 0,19 3-146,-1-2 1,1-3-1,-67-14 0,-221-37-1293,112 23 1411,-210-50 28,-39-14 0,334 64 4,74 15-80,-92-9 0,-4 0-724,17 2 794,34 4 2169,235 16-1322,-73 6-891,26-2-90,-1 3 0,0 3 0,83 17-1,158 35-710,13 8 468,-240-50-78,4 6 347,-61-14 116,1 0-1,0-2 0,30 3 1,-8-3 802,0 2 1,80 23 0,-126-30-805,0 0 0,0 0 0,-1 0 0,1 0 0,0 0 0,0 0 0,0 1 0,0-1 0,0 0 0,0 0 0,0 0 0,0 0 0,0 0 0,0 0 0,0 1 0,0-1 0,0 0 0,0 0 0,-1 0 0,1 0 0,0 0 0,0 1 0,0-1 0,0 0 0,1 0 0,-1 0 0,0 0 0,0 0 0,0 1 0,0-1 0,0 0 0,0 0 0,0 0 0,0 0 0,0 0 0,0 1 0,0-1 0,0 0 0,0 0 0,1 0 0,-34 3 0,-44-1 0,-11-3 98,-60 1-1068,-262-34-1,244 8 507,-98-19-2321,49 11 1392,-27-5 1089,-208-36 304,66 13 0,289 46-129,-104-6 0,-38-5 173,-43-11 1689,182 32 1102,120 6-1585,17 0-1013,-1 1 0,0 2 0,1 1 0,54 15 0,55 15-609,-27-9 30,84 12 342,-96-20 0,38 12-384,123 17-571,-225-40 861,49 13-1,-59-10 8,1-2-1,65 5 1,-79-11 78,-1 2-1,0 1 1,0 0-1,26 10 0,-26-7 128,0-1 0,1-2 0,-1 0 0,26 2 0,-42-6-106,2 0 172,0 0-1,0 0 1,0 1 0,-1 0 0,1 0 0,0 1 0,8 3 0,-15-5-176,1 0 1,-1 0-1,0 0 0,0 0 1,0 0-1,0 0 0,0 0 1,1 0-1,-1 0 0,0 0 1,0 0-1,0 0 0,0 0 0,0 0 1,1 0-1,-1 0 0,0 0 1,0 0-1,0 0 0,0 1 1,0-1-1,0 0 0,0 0 1,1 0-1,-1 0 0,0 0 1,0 0-1,0 1 0,0-1 1,0 0-1,0 0 0,0 0 1,0 0-1,0 0 0,0 1 1,0-1-1,0 0 0,0 0 1,0 0-1,0 0 0,0 0 1,0 1-1,0-1 0,0 0 1,0 0-1,0 0 0,0 0 1,0 1-1,0-1 0,0 0 1,0 0-1,0 0 0,-1 0 1,-10 5 62,-17-1-113,-43-3 42,0-3 0,-116-17 0,-69-4 0,130 12-109,79 9-46,1-3-1,-60-12 0,-289-57-942,141 32 1068,-131-20 121,322 55 832,38 5-269,58 1-618,-13 2-36,32-2 0,-1 3 0,0 2 0,78 17 0,402 99-1785,-445-101 1874,371 67-89,-452-85 0,132 27 0,62 10 0,-33-12 3,26 4-619,-158-26 616,56 16 0,-59-11 0,-1-3 0,47 6 0,-67-12 47,-7 0 16,0-1 0,1 1 0,-1 1 0,0-1 0,1 0 0,-1 1 0,0 0 0,0 0 0,1 0 0,-1 0 0,0 0 0,0 1 0,3 1 0,-6-3-35,0 0 0,0 1 0,0-1 0,0 0 0,0 1 0,0-1 0,0 0 0,0 1 0,0-1 0,-1 0 0,1 1 0,0-1 1,0 0-1,0 1 0,0-1 0,0 0 0,-1 1 0,1-1 0,0 0 0,0 0 0,0 1 0,-1-1 0,1 0 0,0 0 0,0 0 0,-1 1 0,1-1 0,0 0 0,0 0 0,-1 0 0,1 0 0,0 0 0,-1 1 1,1-1-1,0 0 0,-1 0 0,1 0 0,0 0 0,-1 0 0,1 0 0,0 0 0,-1 0 0,1 0 0,0 0 0,-1-1 0,-18 5 62,-74 2-75,-105-7 0,67-2-946,10-3 584,-209-39 1,317 43 300,-478-76-1747,236 44 1793,-36-7 0,43-3 0,119 23 0,-48-4 0,-82-16 0,26 1-336,66 14-601,49 5 934,-163-37-86,224 45-121,-98-8 0,88 13 166,-5 4 2240,48 3-270,58 1-906,29 1-960,90 14 0,-79-4-581,85 16-485,-63-1 578,115 22 442,-39-8-997,-4 0 44,433 74-248,-506-94 1180,-59-11 84,1-1 1,0-2 0,58 2 0,-68-6 779,1 0 0,-1 2 1,48 14-1,-48-11-527,0-1-1,1-1 0,47 3 0,-39-9-329,-27 1 0,-26-1 0,-226 3 21,-164-5-1070,214-22 941,125 13-638,-79-3-1,62 9 159,-138-30 0,-8-1-183,-431-78 771,579 97 0,-364-86-933,318 72 776,21 5 135,-128-28 23,138 40-29,25 5 1075,-73-21 0,137 28-945,-23-9 2943,49 10-2613,451 3-1255,-426 1 508,54 9 0,31 3 308,-78-11 7,1 3 0,58 15 0,2 0 0,10 1 503,-64-10-449,0-3 1,90 3-1,-90-9-50,56 10 0,-14-2-119,-8 1-480,-41-5 955,55 0 0,-82-5-275,0 0 0,30 7 1,24 4 465,-137 7-540,-112 3-11,109-15-137,0-3-1,-126-6 1,66-2 11,71 3-99,0-3-1,0-2 0,-95-21 0,102 17 175,-77-7 0,81 13 12,0-2 1,-56-15-1,56 10 39,-78-7 0,50 8 0,-39 0 105,84 9-26,0-1 0,0-1 1,0-2-1,1 0 1,0-2-1,-39-13 0,63 19-63,0 0 1,0 0-1,-1 0 0,1 0 0,0 0 0,-1 0 0,1 0 0,0 0 0,-1 0 0,1 0 0,0 0 0,0 0 0,-1 0 0,1 0 0,0-1 0,-1 1 0,1 0 0,0 0 0,0 0 0,-1 0 0,1 0 0,0-1 1,0 1-1,-1 0 0,1 0 0,0-1 0,0 1 0,0 0 0,0 0 0,-1-1 0,1 1 0,0 0 0,0 0 0,0-1 0,0 1 0,0 0 0,0-1 0,0 1 0,0 0 0,0 0 0,0-1 0,0 1 0,0 0 0,0-1 1,0 1-1,0 0 0,0-1 0,0 1 0,0 0 0,0 0 0,0-1 0,0 1 0,1-1 0,20-4 170,32 3-240,561 3 54,-584 1 0,59 10 0,-58-6 0,57 2 0,-66-6 0,0 0 0,28 7 0,40 4 0,-69-12 0,1 1 0,-1 1 0,0 1 0,0 1 0,27 10 0,-47-15 0,-1 1 0,1-1 0,0 0 0,-1 0 0,1 0 0,0 1 0,-1-1 0,1 0 0,0 1 0,-1-1 0,1 1 0,0-1 0,-1 1 0,1-1 0,-1 1 0,1-1 0,-1 1 0,1-1 0,-1 1 0,0 0 0,1-1 0,-1 1 0,0 0 0,1-1 0,-1 1 0,0 0 0,0 0 0,0-1 0,0 1 0,1 0 0,-1 0 0,-1 1 0,0-1 0,1 0 0,-1 0 0,0 1 0,0-1 0,0 0 0,0 0 0,0 0 0,0 0 0,0 0 0,0 0 0,-1 0 0,1 0 0,-2 0 0,-51 23 0,51-23 0,-23 6 0,0-1 0,-1-2 0,1-1 0,-1-1 0,1-1 0,-54-5 0,41 2 0,0 1 0,-48 6 0,-65 9-312,-188-7-1,261-7 253,27-2 60,-58-11 0,17 2 0,2 2 0,-195-10 0,111 3-66,75 6 817,147 12-758,-1 3 1,83 17-1,91 38 79,74 16-1252,-10-16-417,-12-1 1721,7-3-1107,0 10-80,-48-7 1130,318 39-67,-339-71 0,55 12 0,48 4-1012,-83-15 869,-170-20 446,76 0 0,-7-9 3847,-824 1-3791,507-15-1337,92 4 623,-305-34 355,384 43 0,-243-31 0,222 27 0,1 0 0,-60-20 0,55 14 0,-67-11 0,-308-41 0,29-7 0,367 67 0,-271-60 0,19 13 7,83 18-41,-52-4-7,237 37 177,0-1 1,0 0-1,0 0 0,0 0 0,0-1 0,0 1 0,0-1 0,1-1 0,-6-1 0,11 3-110,-1 0 0,1 1 0,-1-1 0,1 1 0,-1-1 1,1 1-1,-1-1 0,1 1 0,0-1 0,-1 1 0,1 0 0,0-1 0,-1 1 0,1 0 1,0 0-1,0-1 0,-1 1 0,1 0 0,0 0 0,-1 0 0,1 0 0,0 0 0,0 0 1,-1 0-1,1 0 0,1 0 0,27-3-71,1 2 45,241 4 0,-72 23 0,-138-21-205,77 17-1,-78-11 3,76 5-1,-64-10 321,77 17-1,13 2 218,-40-3-83,-268-20-251,27 0 0,-108-5 0,65-22 0,99 14 0,32 4 0,-59-3 0,-42-4 0,46 3 0,-77-17-832,18 2 317,106 19 480,-42-12 0,-28-6 40,-179-35-5,-175-36-1368,272 47 1368,74 15 0,-103-13 20,-115-34-669,193 48 580,95 25 674,-59-20-1,47 14 732,46 12-1105,-1-1-1,1 0 0,-17-7 1,30 10-231,0 0 0,0 0 0,0 0 0,0 0 0,0 0 1,0 0-1,1 0 0,-1 0 0,0 0 0,0 0 0,0 0 1,0 0-1,0 0 0,0 0 0,0 0 0,0 0 1,1 0-1,-1 0 0,0 0 0,0 0 0,0 0 0,0-1 1,0 1-1,0 0 0,0 0 0,0 0 0,0 0 1,0 0-1,0 0 0,1 0 0,-1 0 0,0 0 0,0 0 1,0 0-1,0-1 0,0 1 0,0 0 0,0 0 0,0 0 1,0 0-1,0 0 0,0 0 0,0 0 0,0 0 1,0-1-1,0 1 0,0 0 0,0 0 0,0 0 0,0 0 1,0 0-1,0 0 0,0 0 0,0 0 0,0-1 0,-1 1 1,1 0-1,0 0 0,0 0 0,0 0 0,0 0 1,18-3 0,22 0-2,1004 4-697,-867 12 698,-1 1 0,-120-11 0,0 3 0,81 18 0,-89-15 0,-11-6 162,-30-3-113,0 0 0,0 0 0,-1 1-1,1 0 1,0 0 0,-1 0-1,1 1 1,-1 0 0,0 1 0,12 5-1,-18-8-48,1 0 0,-1 1 0,0-1 0,0 0 0,0 1 0,0-1 0,0 0 0,0 1 0,0-1 0,-1 0 0,1 1 0,0-1 0,0 0 0,0 1 0,0-1 0,0 0 0,0 0 0,0 1 0,-1-1 0,1 0 0,0 0 0,0 1 0,0-1 0,-1 0 0,1 0 0,0 1 0,0-1 0,-1 0 0,1 0 0,0 0 0,-1 0 0,1 1 0,0-1 0,0 0 0,-1 0 0,1 0 0,0 0 0,-1 0 0,1 0 0,0 0 0,-1 0 0,1 0 0,0 0 0,-1 0 0,1 0 0,0 0 0,-1 0 0,-18 3 0,-81 3 0,-111-7 0,66-2 0,93 3 0,-16 1 0,0-3 0,-83-13 0,69 0-255,0 4-1,-87-1 1,105 8 172,-107-18 0,102 11 89,-74-3 0,41 6-597,-123-25 0,-4 0-105,206 30 696,-251-32 0,-110-32-164,95 26-2924,70 13 2460,51 11 569,112 13 26,1-2 0,-67-16 0,88 15 316,0 1 0,-67-1 0,43 4-123,-58-18 3772,300 19-2037,-55 16-2703,128 33-1,-80-13 928,81 22-119,65 8-2199,-172-32 502,30 0-176,95 23 1126,23 1 863,-112-24-60,220 27-56,-274-37 404,40 9 199,-48-9 318,-76-15-76,69 20 0,6-4 2435,-123-23-3257,-1 0-1,1 0 0,-1 0 0,1 0 0,-1 1 1,1-1-1,-1 0 0,0 0 0,1 0 1,-1 0-1,1 0 0,-1 1 0,1-1 0,-1 0 1,0 0-1,1 1 0,-1-1 0,0 0 1,1 0-1,-1 1 0,0-1 0,1 1 0,-1-1 1,0 0-1,0 1 0,1-1 0,-1 1 1,0-1-1,0 0 0,0 1 0,0-1 0,1 1 1,-15 6 195,-24-2-226,-26-1 8,1-3 0,-1-3 0,1-3 0,0-2 0,-81-21 0,49 10 0,71 15 0,0-1 0,0-1 0,-37-13 0,37 10 0,1 2 0,-2 1 0,1 1 0,-1 1 0,-25 0 0,-45-6 0,-56-18 0,-86-26 0,106 26 0,88 21 0,1 1 0,-1 2 0,-85 6 0,33-1 0,47-2 0,-14 1 0,0-2 0,-88-15 0,101 10 0,0 2 0,-98 5 0,-37-3 0,98-10 0,52 6 0,-57-2 0,58 8 0,-10-2 0,0 3 0,0 1 0,-71 14 0,70-6 0,-1 2 0,-82 35 0,109-40 0,0-1 0,-1-1 0,-36 7 0,12-4 0,-132 18 0,116-19 0,1-2 0,-1-2 0,-109-10 0,165 7 0,0 0 0,1-1 0,-1 0 0,0 1 0,1-1 0,-1 0 0,1 0 0,-1-1 0,1 1 0,0 0 0,-1-1 0,1 0 0,0 1 0,0-1 0,0 0 0,0 0 0,-3-4 0,2 0 0,-1 0 0,1 1 0,0-1 0,1-1 0,-1 1 0,1 0 0,-1-9 0,-2-9 0,2-1 0,0-49 0,3 69 0,0-4 0,0 0 0,1-1 0,0 1 0,0 0 0,1-1 0,0 1 0,0 0 0,1 0 0,1 0 0,-1 1 0,1-1 0,1 1 0,0 0 0,0 0 0,0 0 0,1 1 0,0 0 0,1 0 0,0 0 0,0 1 0,0 0 0,1 1 0,-1-1 0,11-4 0,-9 5 0,1 0 0,0 0 0,1 1 0,-1 0 0,1 1 0,-1 0 0,17-2 0,-24 4 0,0 1 0,-1-1 0,1 1 0,0 0 0,-1 0 0,1 0 0,0 1 0,-1-1 0,1 1 0,0-1 0,-1 1 0,1 0 0,-1 0 0,1 0 0,-1 0 0,1 0 0,-1 1 0,0-1 0,0 1 0,0-1 0,0 1 0,0 0 0,0 0 0,0 0 0,0 0 0,-1 0 0,1 0 0,-1 1 0,0-1 0,1 0 0,-1 1 0,0-1 0,0 1 0,-1 0 0,1-1 0,0 4 0,-1-1 0,0 0 0,0 0 0,0 0 0,-1-1 0,0 1 0,0 0 0,0-1 0,-1 1 0,1 0 0,-1-1 0,0 0 0,-1 1 0,1-1 0,-1 0 0,0 0 0,0 0 0,0-1 0,0 1 0,0-1 0,-5 4 0,-10 8 0,1 0 0,-36 20 0,4-7 0,-54 21 0,79-38 0,6-4 0,0-2 0,0 0 0,-1-1 0,-29 3 0,2-1 0,11-1 0,-1-3 0,-47-1 0,-29 1 0,111-2 0,-1 0 0,1 0 0,-1 0 0,1 0 0,-1 0 0,0 0 0,1 1 0,-1-1 0,1 0 0,-1 1 0,1-1 0,0 1 0,-1 0 0,1-1 0,-1 1 0,1 0 0,0 0 0,0 0 0,-1 0 0,1 0 0,0 0 0,0 0 0,0 1 0,0-1 0,0 0 0,1 1 0,-1-1 0,0 0 0,1 1 0,-1-1 0,0 1 0,1-1 0,0 1 0,-1-1 0,1 1 0,0-1 0,0 1 0,0-1 0,0 1 0,0 0 0,0-1 0,0 1 0,1-1 0,-1 1 0,1 1 0,3 10 0,1-1 0,0 0 0,1 0 0,12 18 0,-6-10 0,1 5 0,1-1 0,32 42 0,-40-59 0,1 0 0,0 0 0,0 0 0,1-1 0,0 0 0,0-1 0,0 1 0,1-2 0,-1 1 0,1-1 0,18 6 0,13 3 0,44 21 0,-7-3 0,-77-31 0,39 14 0,0 2 0,38 22 0,-66-33 0,-1-1 0,1 0 0,0-1 0,1 0 0,-1-1 0,0 0 0,1-1 0,19 0 0,38 6 0,-32-1 0,66 1 0,-30-3 0,71 20 0,-114-23 0,1-1 0,-1 2 0,1 2 0,-1 0 0,48 14 0,-20-2 0,98 13 0,-92-22 0,1-4 0,80-5 0,-28-1 0,784 3 0,-870-2 0,56-9 0,-54 5 0,53-2 0,602 9 0,-668-2 0,0-1 0,35-8 0,-33 5 0,-1 1 0,26-1 0,126 8 0,77-6 0,-176-10 0,-53 9 0,1 0 0,31-2 0,355 6 0,-192 1 0,-196-2 0,1-1 0,33-8 0,-32 5 0,0 1 0,24-1 0,-38 6 0,0-1 0,0 0 0,0 0 0,0-1 0,0 0 0,0 0 0,0-1 0,0 0 0,0-1 0,-1 0 0,1 0 0,-1 0 0,0-1 0,0 0 0,0 0 0,11-10 0,-11 8 0,1 1 0,0 0 0,0 0 0,0 0 0,0 1 0,1 1 0,12-5 0,-13 6 0,0-1 0,-1 0 0,1 0 0,-1-1 0,1 0 0,-1 0 0,0-1 0,10-9 0,-16 13 0,-1 0 0,1 0 0,-1 1 0,1-1 0,-1 0 0,0 0 0,1 0 0,-1 0 0,0 0 0,0 0 0,1 0 0,-1 0 0,0 0 0,0 0 0,0 0 0,0 0 0,0-1 0,-1 1 0,1 0 0,0 0 0,0 0 0,-1 0 0,1 1 0,-1-1 0,1 0 0,-1 0 0,1 0 0,-1 0 0,1 0 0,-1 0 0,0 1 0,1-1 0,-1 0 0,0 0 0,0 1 0,1-1 0,-1 1 0,0-1 0,-1 0 0,-41-25 0,38 23 0,-115-66 0,-62-32 0,155 88 0,11 5 0,1 1 0,-1 0 0,-1 1 0,1 1 0,-1 0 0,0 1 0,0 1 0,-27-2 0,32 5 0,-1 0 0,1 0 0,0 1 0,-1 0 0,1 2 0,0-1 0,0 1 0,0 1 0,0 0 0,0 1 0,1 0 0,0 1 0,0 0 0,-10 8 0,0-2 0,0 0 0,-1-2 0,0 0 0,-1-1 0,0-1 0,-29 5 0,5 0 0,-8 6 0,41-13 0,-1-1 0,0 0 0,0-1 0,-1-1 0,-17 2 0,-253-7 0,-38 4 0,233 11 0,55-7 0,-59 2 0,-808-9 0,851-2 0,1-3 0,-85-19 0,46 7 0,37 7 0,32 5 0,-1 2 0,-42-3 0,35 5 0,-48-9 0,47 5 0,-45-2 0,52 6 0,0-1 0,0-1 0,-30-9 0,0 0 0,42 11 0,0 1 0,1 1 0,-1 0 0,0 0 0,0 1 0,0 1 0,0 0 0,1 0 0,-17 6 0,-93 41 0,116-46 0,-18 7 0,-20 9 0,-79 27 0,-12 9 0,43-34 0,-58 17 0,119-29 0,1-2 0,-56 5 0,13-1 0,22-3 0,27-6 0,0 1 0,1 2 0,0 0 0,0 1 0,0 1 0,1 0 0,-38 22 0,56-29 0,1 1 0,0 0 0,0 0 0,0 0 0,-1 0 0,1 0 0,0 0 0,0 1 0,0-1 0,1 0 0,-1 1 0,0-1 0,0 0 0,1 1 0,-1-1 0,1 1 0,-1-1 0,1 1 0,0-1 0,-1 1 0,1-1 0,0 4 0,1-2 0,-1 1 0,1-1 0,0 0 0,0 1 0,0-1 0,0 0 0,1 0 0,-1 0 0,1 0 0,2 3 0,5 6 0,1-1 0,-1 0 0,2 0 0,11 8 0,-16-15 0,-1 1 0,1-1 0,-1 1 0,0 0 0,0 0 0,-1 0 0,1 1 0,-1-1 0,-1 1 0,1 0 0,-1 0 0,0 1 0,0-1 0,3 14 0,-1-3 0,-1-4 0,-1 1 0,0 0 0,-1-1 0,0 1 0,-1 17 0,-1-26 0,-1 0 0,1 0 0,-2 0 0,1-1 0,0 1 0,-1 0 0,0-1 0,0 1 0,0-1 0,-1 0 0,1 0 0,-1 0 0,0 0 0,0 0 0,-1 0 0,1-1 0,-1 0 0,1 1 0,-5 1 0,-16 11 0,0-2 0,0-1 0,-1-1 0,-30 10 0,5-1 0,36-17 0,1 1 0,-1-2 0,1 0 0,-1 0 0,0-1 0,0-1 0,0 0 0,0-1 0,0-1 0,0 0 0,0-1 0,0 0 0,1-1 0,-15-6 0,8 3 0,0-2 0,1 0 0,0-1 0,1-1 0,0-1 0,1 0 0,0-2 0,-27-25 0,0 2 0,33 27 0,-1 0 0,1-1 0,-11-12 0,-21-24 0,30 35 0,1-1 0,1-1 0,0 0 0,-18-28 0,27 36 0,-1 0 0,1 0 0,0 0 0,1-1 0,-1 1 0,1 0 0,0 0 0,1-1 0,-1 1 0,1-1 0,0 1 0,0-1 0,1 1 0,-1 0 0,1-1 0,1 1 0,-1 0 0,1 0 0,0-1 0,2-4 0,0 4 0,0 1 0,0 0 0,0 0 0,1 0 0,-1 1 0,1 0 0,0 0 0,1 0 0,-1 0 0,1 1 0,-1 0 0,1 0 0,0 0 0,7-1 0,34-22 0,-35 18 0,1 1 0,0 0 0,0 0 0,0 1 0,1 1 0,0 1 0,0 0 0,1 0 0,27-2 0,-5 3 0,0 3 0,65 6 0,-94-5 0,0 2 0,-1-1 0,1 1 0,-1 0 0,1 1 0,-1-1 0,0 1 0,11 9 0,27 13 0,-28-19 0,-10-5 0,0 1 0,0-1 0,0 1 0,-1 0 0,1 1 0,-1-1 0,0 1 0,0 0 0,0 1 0,7 7 0,-13-11 0,0 0 0,0-1 0,0 1 0,0-1 0,0 1 0,0-1 0,0 1 0,-1-1 0,1 1 0,0-1 0,0 1 0,-1-1 0,1 1 0,0-1 0,-1 1 0,1-1 0,-1 0 0,1 1 0,-1-1 0,1 1 0,0-1 0,-1 0 0,1 0 0,-1 1 0,1-1 0,-1 0 0,0 0 0,1 0 0,-1 1 0,1-1 0,-1 0 0,0 0 0,-26 7 0,17-4 0,-25 8 0,-1-1 0,0-1 0,-1-2 0,0-2 0,-58 1 0,53-5 0,27 0 0,0 0 0,-1-1 0,1-1 0,0-1 0,-21-4 0,36 6 0,-1 0 0,1 0 0,-1 0 0,1 0 0,0 0 0,-1 0 0,1 0 0,-1-1 0,1 1 0,-1 0 0,1 0 0,-1 0 0,1-1 0,0 1 0,-1 0 0,1-1 0,-1 1 0,1 0 0,0-1 0,-1 1 0,1 0 0,0-1 0,0 1 0,-1-1 0,1 1 0,0 0 0,0-1 0,0 1 0,-1-1 0,1 1 0,0-1 0,0 1 0,0-1 0,0 1 0,0-2 0,14-12 0,28-7 0,-40 21 0,33-12 0,1 2 0,1 1 0,46-5 0,-53 10 0,175-17 0,-166 15 31,40-8-346,150-4 1,1703 20-2921,-1086-3 1168,-524 15 1011,-6 0 34,-181-14 955,499 15-975,246-2 352,-541-16 593,581 3 97,-657 16 0,-133-5 0,-18-3 143,272 11 824,-37 0 513,-245-11-1708,2 4 1967,-55-5-957,54 0 0,101-8 3427,-770 1-4209,523-2-290,-64-11-1,20 1 149,-248-16-1723,-315-43-1475,265 21 1825,-272-38-1958,163 28 2980,143 20 199,22 6-127,-65-8 400,74 0-335,-141-24 387,204 30 248,-45-9 603,85 12-128,-7-2 720,136 24 343,70 10-1149,0-1-1,0-1 0,0 0 1,1-1-1,-32-11 0,93 9 2541,26 6-3514,122 17-1,50 11 307,-113-15 0,-81-10 0,79 16 0,76 11 0,-138-23 0,86 19 0,-113-18 0,1-2 0,76 1 0,-66-5 0,51 8 0,-21-1 243,0-4 0,113-6-1,-59-2-305,-91 3 63,0 2 0,71 12 0,-48-5 0,0-4 0,0-2 0,73-6 0,-11 0 0,-126 3 0,35 0 0,-29 0 0,-24 0 0,-8 0 0,10 0 0,29 0 0,800 0 0,-865-12 0,2 0 0,6 7 0,-34-2 0,-83-20 0,-22-5-328,-1-1-124,-157-30 452,178 33 21,86 15 232,-1 2 0,-138-4 0,196 15-253,0 0 0,0-2 0,0 0 0,0-1 0,1 0 0,0-2 0,-21-10 0,60 11 0,19 4 0,6 5 0,53 9 0,-55-5 0,68 1 0,-74-6 0,55 9 0,29 2 0,-74-13-495,7 0 416,0 3 0,0 1 0,58 14-1,-23 0-247,166 11 0,93-22-328,-146 7 696,-19-1-245,70 0-1511,36 0 1861,-244-13-146,386 15 0,117-1-677,-340-17 1512,-156 3 397,1 1 0,75 14-1,-101-10-1231,0-2 0,0 0 0,0-2 0,0-1 0,0-1 0,0-2 0,51-11 0,307-51 0,-320 54 0,-44 6 0,-1 1 0,29-1 0,-36 4 0,1-1 0,-1-1 0,1 0 0,-1-1 0,22-9 0,-21 7 0,0 1 0,0 0 0,0 2 0,28-5 0,-11 5 0,-1-2 0,45-13 0,-48 10 0,0 2 0,0 1 0,40-3 0,-43 7 0,-1-2 0,1-1 0,-1 0 0,0-2 0,-1-1 0,1-1 0,-1 0 0,-1-2 0,0-1 0,24-16 0,-34 17 0,0-2 0,-1 1 0,0-2 0,-1 1 0,0-1 0,-1-1 0,-1 0 0,0 0 0,11-30 0,-6 17 0,25-41 0,81-115 0,-111 169 0,-1-1 0,9-29 0,-13 34 0,1-1 0,-1 1 0,2 0 0,-1 0 0,1 1 0,1-1 0,0 1 0,14-16 0,-1 4 0,-1 0 0,27-40 0,-9 9 0,101-141 0,-116 161 0,-1-2 0,-2 0 0,-2-1 0,-1 0 0,15-54 0,-25 63 0,-1-1 0,1-46 0,4-28 0,-2 73 0,16-46 0,-15 54 0,-1 0 0,-1-1 0,-1 0 0,3-34 0,7-42 0,-3 36 0,-9 42 0,1 1 0,2 0 0,-1 1 0,2-1 0,0 1 0,14-23 0,67-92 0,-86 130 0,13-18 0,2 0 0,0 2 0,2 0 0,0 1 0,0 1 0,2 1 0,34-19 0,-9 9 0,2 2 0,80-27 0,45 10 0,-127 28-234,1 3-1,0 2 1,53-2-1,9-2-289,589-24-459,-547 34 98,397 18 751,-290-5 214,24 2-1180,-179-1 1093,177 12 7,-264-25 399,0 1 1,-1 0-1,1 2 1,0-1-1,-1 2 1,0 0-1,24 10 0,-38-14-362,0 0-1,0 1 0,0-1 0,-1 1 1,1-1-1,0 0 0,-1 1 0,1-1 1,0 1-1,-1 0 0,1-1 0,0 1 0,-1 0 1,1-1-1,-1 1 0,1 0 0,-1-1 1,0 1-1,1 0 0,-1 0 0,0 0 1,1-1-1,-1 1 0,0 0 0,0 0 1,0 0-1,0 0 0,0-1 0,0 1 0,0 0 1,0 0-1,0 1 0,-1 0-20,0 0-1,0 0 1,-1 0 0,1-1-1,0 1 1,-1 0 0,1-1-1,-1 1 1,0-1-1,0 1 1,1-1 0,-4 2-1,-3 2-35,-1-1-1,0 1 0,0-2 1,-19 6-1,-124 29 21,99-23 0,-105 17 0,30-8-840,93-15 847,-1-2 0,-54 5 0,-33-9-23,-137 9-897,-111 20 205,-191-24 724,320-11-196,-1309 3-2958,826 0 4910,715 0-1509,0 0 0,-1 0 0,1 1 0,0 1-1,0 0 1,0 0 0,0 1 0,0 0 0,0 1 0,-9 5-1,18-9-239,1 0-1,-1 0 1,1 0-1,0 0 1,-1 1 0,1-1-1,-1 0 1,1 0-1,0 0 1,0 1-1,-1-1 1,1 0-1,0 1 1,-1-1-1,1 0 1,0 0 0,0 1-1,-1-1 1,1 1-1,0-1 1,0 0-1,0 1 1,0-1-1,-1 0 1,1 1-1,0-1 1,0 1-1,0-1 1,0 0 0,0 1-1,0-1 1,0 1-1,0-1 1,0 0-1,0 1 1,0-1-1,1 1 1,-1-1-1,0 0 1,0 1-1,19 8 226,36-2-399,-49-7 225,166 26-74,-90-14 0,-49-6 0,60 2 0,-74-7 0,0 2 0,-1 0 0,1 1 0,31 10 0,-28-7 0,0-1 0,42 6 0,183 25-1145,-107-14 1165,43 11-875,24 3-180,130 22 1035,-175-29-539,167 19-1053,-20-8 829,-49-5 174,-165-26 1185,-20-1 944,90-1 0,-173-8-1036,-69 2 1933,-134-6-2556,163-1 119,-68-18 0,-5 0 0,-141-24-889,110 18 901,-79-2-12,183 24 0,-78-22 0,9 2 0,-32-3-505,-73-13-571,-270-44-1750,219 35 1772,67 14 884,-221-36-347,31 3 926,295 54 505,71 13-62,-31-16 3574,126 16-4002,-40 3-424,1-1 0,34-8 0,-33 5 0,0 0 0,28 1 0,1406 3-438,-675 3 268,-586 14 170,-87-4 0,-19 0 0,32 2 0,-97-12-10,47 9 1,-46-5 0,45 2 0,41 5 530,-80-7-459,55 1 0,-60-5-62,54 9 0,-54-5 0,55 2 0,17-8 0,2-1 0,131 17 0,-19-1-1061,-34-3 240,3 10 489,330 21-1269,-382-37 524,168 29 0,-4 1-137,77-2 754,203 12-418,-131-4 285,-66-5 130,-14 0 463,154 6 0,118 10 0,35 1 0,-172-26 0,-172-4 0,-159-14-69,248 6-300,113-17 2684,-228 1 5385,-326 0-7700,-40 1 0,1-2 0,-1-4 0,-79-15 0,70 7-305,0 4-1,-80-1 1,68 6 129,-91-16-1,-63-11 244,-47-9-1108,6 0 22,2 2 1100,-37-4-81,96 17 0,-12 2 0,-29-6 0,220 22 0,-55-10 0,-173-9 0,186 22-625,-98-18 0,-54-3 699,177 20-219,-85-17 0,88 12-12,-103-6 0,-53-3 1525,139 11-816,47 5 28,0-1 1,-27-9-1,110 7 720,99 5-1300,156 4 0,-194 9-977,33 2 769,101 2-754,-107-4 977,-28-1-15,60 3 0,126 1 0,141 24 0,-398-34-44,68 16 0,-76-12 6,1-1 0,74 2 0,-70-8 505,-1 2 0,1 2 0,-1 2-1,69 21 1,-207-26-467,63-5 0,-55-10 0,54 6 0,-48-3 0,27 5-157,0-3-1,-90-23 1,-13-3-226,-83-24-688,106 21 628,-56-3-431,-36-9-282,-64-15 908,-36-10-839,114 25 1276,84 21 4,-57 0 2055,138 14-53,43 13-2168,1 0-1,0 0 1,-1 0 0,1-1 0,0 1 0,-1 0 0,1 0 0,0-1 0,0 1 0,-1 0-1,1-1 1,0 1 0,0 0 0,-1-1 0,1 1 0,0 0 0,0-1 0,0 1 0,0 0 0,0-1-1,-1 1 1,1 0 0,0-1 0,0 1 0,0-1 0,0 1 0,0 0 0,0-1 0,0 1-1,0 0 1,0-1 0,1 1 0,-1-1 0,0 0 0,22-15-59,-5 10 32,0 1 0,-1 0 0,1 1 0,1 1 0,-1 1 0,0 0 0,22 2 0,39-6 0,79-8-615,250 10-1,-204 7 708,-119-3-124,24-2-139,166 20 1,-115-6 129,-104-10 143,64 11 0,-48-7 977,-56-5-1025,1 0 0,0 0 0,-1 2 0,26 7 0,-40-11-54,-1 1 0,0 0 0,0 0 0,1 0 0,-1 0 0,0 0 0,0 0 0,1 0 0,-1 0 0,0 0 0,0 0 0,1 0 0,-1 0 0,0 0 0,0 0 0,1 0 0,-1 0 0,0 0 0,0 1 0,1-1 0,-1 0 0,0 0 0,0 0 0,0 0 0,1 0 0,-1 0 0,0 1 0,0-1 0,0 0 0,1 0 0,-1 0 0,0 1 0,0-1 0,0 0 0,0 0 0,0 1 0,1-1 0,-1 0 0,0 0 0,0 1 0,0-1 0,0 0 0,0 0 0,0 1 0,0-1 0,0 0 0,0 0 0,0 1 0,0-1 0,0 0 0,0 0 0,0 1 0,0-1 0,0 0 0,-1 0 0,1 1 0,-20 4 0,-29-2 0,-357-4 0,374-1 0,-59-10 0,57 6 0,-45-2 0,23 4 0,-90-18 0,96 12 0,-1 2 0,-72-1 0,2 10 0,130 6 0,1 0 0,0-1 0,0 0 0,12 6 0,17 2 0,1-2 0,65 12 0,12 3 0,64 12 0,8 1 0,-157-32 0,1-2 0,51 4 0,6 1 0,0-3 0,-68-7 0,-27 0 0,-192 0 0,-133-4 0,229-9 34,-25-2-627,-29-1 457,58 4 160,-209-17-1492,47 2 1468,-22-1 0,-69-15-547,197 19-1067,-306-24 1575,57 7 39,6 14 0,-83-8-1386,134 9 1386,113 0-210,113 11 496,-122 0 0,212 13-341,1-2 0,-33-6 0,-25-4 2186,240 14-1105,-103-3-703,-1 1-1,1 3 1,0 2 0,60 13-1,83 20-322,-26-6 0,-50-13 0,13 4 0,-48-2 0,149 19 0,135 11-983,-204-24-220,-105-15 645,96 7 0,-57-11 65,123 27 0,28 3-190,22 0 239,-160-18 359,171 6 1,-6 1 498,-185-13-199,103 0 0,-19-14 5276,-384 4-5483,-233-7-9,396-1-329,-90-23 0,40 6-620,-178-16 324,114 17 636,-91-8-1074,-147-25-511,120 15-661,23 4 1144,17-5 316,-112-23 172,-347-58 640,207 42-236,191 41-853,-19-4 1150,-38-7-84,19 3 967,280 38-408,-105 0-1,59 5 2218,84 2-1806,1-2 0,-1 0 0,-28-8 0,58 10-616,-1 1 1,1 0-1,0 1 0,15 3 0,24 10-568,0-2 1,56 5-1,22 8-456,-1 0 18,128 23-769,-90-15 672,189 40-150,87 14-568,-69-19 1454,138 19 0,-240-39 0,-12-1 0,138 19-621,-261-40 811,-96-16-86,1-3 0,70 6 0,-87-12 797,0 1-1,1 1 0,-1 0 0,0 2 0,0 1 0,24 9 0,-46-15-896,0 0-1,1 0 1,-1 0-1,0 0 1,0 0 0,1 0-1,-1 0 1,0 0-1,1 0 1,-1 0-1,0 0 1,0 0-1,1 0 1,-1 0-1,0 0 1,0 1-1,1-1 1,-1 0-1,0 0 1,0 0 0,1 0-1,-1 1 1,0-1-1,0 0 1,0 0-1,1 0 1,-1 1-1,0-1 1,0 0-1,0 0 1,0 0-1,0 1 1,1-1-1,-1 0 1,0 1 0,0-1-1,0 0 1,0 0-1,0 1 1,0-1-1,0 0 1,0 0-1,0 1 1,0-1-1,0 0 1,0 1-1,0-1 1,0 0-1,0 0 1,0 1 0,0-1-1,-1 1 1,-19 4 25,-30-3-46,11-2 17,-305 15 0,192-4-536,-187-9-1,151-5 405,155 1 132,-57-9 0,54 5 0,-42-2 0,-482 7 642,270 3-816,247-4 97,-57-10 0,56 6 21,-52-2 1,-840 9 1057,919 0-1002,0 1 0,0 1 0,0 0 0,1 2 0,-23 8 0,21-7 0,0 0 0,-1-1 0,1-1 0,-23 2 0,-394-4 0,213-5 0,146 3-309,-110-16 0,85 10 397,83 7-29,-1-1-1,1-1 1,0 0 0,-1-1 0,1-2 0,0 0 0,1 0 0,-33-14 0,49 18-59,0-1 0,1 1 0,-1 0 0,0-1 0,0 1 0,1-1 0,-1 1 0,0-1 0,1 1 0,-1-1 0,1 1 0,-1-1 0,1 0 0,-1 1 0,1-1 0,-1 0 0,1 0 0,-1 1 0,1-1 0,0 0 0,0 0 0,-1 1 0,1-1 0,0 0 0,0 0 0,0 0 0,0 0 0,0 1 0,0-2 0,1 0 0,-1 0 0,1 1 0,0-1 0,0 0 0,0 1 0,0-1 0,0 1 0,1-1 0,-1 1 0,0 0 0,1 0 0,2-3 0,53-28 0,-50 29 0,22-10 0,52-14 0,-22 8 0,-32 11 0,0 1 0,1 2 0,30-2 0,15-4 0,-2 3 0,0 3 0,126 6 0,-66 2 0,-91-3 0,0-1 0,-1-2 0,42-9 0,-36 5 0,-35 7 0,0-1 0,0-1 0,0 0 0,0 0 0,0-1 0,-1-1 0,1 1 0,15-10 0,-25 13 0,1 0 0,-1 0 0,1 0 0,-1 0 0,0 0 0,1 0 0,-1-1 0,0 1 0,1 0 0,-1 0 0,0 0 0,0-1 0,1 1 0,-1 0 0,0 0 0,0-1 0,1 1 0,-1 0 0,0-1 0,0 1 0,0 0 0,1-1 0,-1 1 0,0 0 0,0-1 0,0 1 0,0 0 0,0-1 0,0 1 0,0-1 0,0 1 0,0 0 0,0-1 0,0 1 0,0 0 0,0-1 0,0 1 0,0-1 0,0 1 0,0 0 0,-1-1 0,1 1 0,0 0 0,0-1 0,0 1 0,-1 0 0,1-1 0,-24-7 0,-30 3 0,-55 19 0,65-8 0,-55 2 0,-8-9-363,-126-19 1,101 6 362,-92-15 0,-126-22 0,23-10 0,222 48 0,-81-16 0,-110-32 0,139 31 0,100 22-49,43 7 178,-1-1 0,0-1 0,1 0 0,-1 0 0,-26-12 0,41 15-129,0 0 0,0 0 0,0 0 0,-1 0 0,1 0 0,0 0 0,0 0 0,0 0 0,0 0 0,0 0 0,-1 0 0,1-1 0,0 1 0,0 0 0,0 0 0,0 0 0,0 0 0,0 0 0,-1-1 0,1 1 0,0 0 0,0 0 0,0 0 0,0 0 0,0 0 0,0-1 0,0 1 0,0 0 0,0 0 0,0 0 0,0-1 0,0 1 0,0 0 0,0 0 0,0 0 0,0 0 0,0-1 0,0 1 0,0 0 0,0 0 0,0 0 0,0 0 0,0-1 0,0 1 0,0 0 0,0 0 0,1 0 0,-1 0 0,0 0 0,0-1 0,0 1 0,13-7 0,16-1 0,36 1 0,0 4 0,87 5 0,-30 1 0,408-3 0,-486 2-36,0 3-1,45 10 0,-39-7-656,399 86-1116,-388-80 1747,268 47 62,-108-21 0,-85-15-156,304 67-784,-74-16 609,-217-48 2067,23 6 562,-165-31-2258,-10 0-17,-22 0-13,-39-2-16,-89 0 6,-121-4 0,26-24-957,155 14 957,-105-28 0,-74-10 0,230 45 0,-43-13 0,46 9 0,-60-6 0,-82-14 0,30 4 0,93 18 12,-5 0 62,-95-2 0,500 12-209,-196 13-777,190 45 1,-299-52 1058,259 43-2327,-110-21 2136,128 27-119,263 30-2101,-313-56 2226,570 84 38,62-9-3262,-464-65 3262,-69-8 0,-179-13-46,269 40-135,-144-24 181,-85-13 0,-30 1 83,331 52 297,-314-49-380,-131-20 0,113 25 0,206 36 1104,-204-41-733,86 28 1189,-226-43-1315,-17-6 836,76 2 0,-72-7-15,55 10-1,-87-10-795,26 8 2005,-53-8-2102,-26 0-167,0-1 1,1-3-1,-1-1 1,-82-20-1,65 10-6,1 3 0,-91-5 0,100 11 0,-24-1-471,-205-29 379,187 18-340,-1 4-1,-147-1 1,9-1-844,104 4 757,-115-13-279,-117-5-639,-122-12 1449,1 1-165,180 14-1363,-10-1 1357,9 13 1376,136 4 858,118 9 1781,145 5-3919,147 25 1,-150-8 62,27 4 0,73 15-746,13 1-71,-30-8 817,-73-11 0,-15-4-96,-38-7-198,0-1 0,85 3 1,-104-11 261,-1 2 0,1 1 0,35 10 0,-35-7-10,0-1 1,65 5-1,32 1 936,-85-7-337,49 1 0,-38-6-96,88 13 1,-88-8-190,111-1 1,-230-6-273,29 1 0,28 0 0,10 0 0,665 0 0,-609 3 5,113 21 0,-112-13-64,100 5 0,-116-14-87,0 1 0,-1 3 1,78 19-1,-68-16 58,0-2 0,1-2 1,-1-3-1,81-6 1,-11 1-13,379 3 736,-500 0-624,0 1 1,0-1 0,0 0-1,0 0 1,1 0 0,-1-1-1,0 1 1,0-1-1,0 0 1,0 0 0,0 0-1,-1 0 1,1 0 0,0-1-1,0 1 1,-1-1-1,1 1 1,-1-1 0,1 0-1,-1 0 1,0-1 0,0 1-1,0 0 1,0-1-1,0 1 1,0-1 0,-1 1-1,1-1 1,-1 0 0,0 0-1,0 0 1,0 0-1,0 0 1,0 0 0,-1 0-1,1 0 1,-1 0 0,0 0-1,0 0 1,0 0 0,0 0-1,0 0 1,-1 0-1,0 0 1,1 0 0,-3-5-1,-1-4-12,-1 1 0,0 0 0,0 0 0,-1 1 0,0 0 0,-1 0 0,0 0 0,-11-10 0,10 12 0,1-1 0,0 0 0,0-1 0,0 0 0,2 0 0,-1 0 0,1-1 0,1 0 0,-6-17 0,7 3 0,0 0 0,2-42 0,2 44 0,-1-1 0,-2 0 0,-4-27 0,0 15 0,2 1 0,0-49 0,0 1 0,-20-50 0,24 127 0,0 1 0,0 0 0,-1-1 0,0 1 0,0-1 0,0 1 0,-1 0 0,0 0 0,0-1 0,0 1 0,0 1 0,-1-1 0,0 0 0,0 1 0,0-1 0,-1 1 0,1 0 0,-1 0 0,0 0 0,0 0 0,0 1 0,-1 0 0,1 0 0,-1 0 0,0 0 0,0 1 0,0 0 0,0 0 0,0 0 0,-10-2 0,-60-14 0,0 3 0,-121-8 0,195 23 0,-92-11 0,38 4 0,-65-1 0,83 6 0,-63-11 0,26 2 0,1 1 0,11 2 0,-65-1 0,-15-4 0,0 0 0,54 9-106,-98-19 1,103 11-225,-120-2 0,195 14 330,-69 1-12,-142-17 0,-1-11 12,172 21 196,-60 2 0,69 3-28,-1-1 0,-62-11-1,53 6-167,-1 2 0,1 2 0,-84 6 0,27-1 0,-1763-2 0,1883 1 0,-1 1 0,0 1 0,0 0 0,0 0 0,0 2 0,15 6 0,45 13 0,190 34 0,4 18 0,-4 7 0,-144-47 0,183 46 0,-230-68 0,-24-6 0,49 15 0,-66-15 0,-1-2 0,39 3 0,-35-5 0,53 12 0,-9 2 0,124 13 0,112 17 0,-264-41 0,0-1 0,0-3 0,86-6 0,-26 0 0,-50 2 0,-18 0 0,0 1 0,0 2 0,73 14 0,-70-9 0,0-2 0,1-1 0,0-3 0,51-5 0,10 1 0,1322 3 0,-1408-2 0,-1-1 0,1 0 0,-1-2 0,0 0 0,33-14 0,2 0 0,-9 4 0,-10 3 0,68-13 0,-87 22 0,1-2 0,31-12 0,-35 12 0,-1 0 0,1 0 0,0 1 0,1 1 0,16-1 0,37 3 0,-109 0 0,0 3 0,1 1 0,-50 10 0,59-7 0,-48 3 0,-24 3 0,52-4 0,-1-3 0,0-2 0,-82-6 0,26 0 0,-75 17-739,5 0 688,-1517-13-5506,757-3 3563,719-12 2049,17 0-59,-12 1 4,-15 0 0,-314 14 1435,503-3-1075,-58-10 1,-28-2 273,-365 14 4813,233 1-5394,228 1-53,0 0 0,-29 8 0,28-4 0,-56 2 0,-1027-9 0,1109 1 0,0 0 0,0 0 0,0 0 0,0 1 0,0 0 0,0 0 0,0 0 0,0 1 0,0 0 0,1 0 0,-1 0 0,1 0 0,-7 5 0,3 0 0,0 1 0,0 0 0,1 1 0,-12 17 0,17-22 0,-14 15 0,-1 0 0,0-1 0,-1-1 0,-1 0 0,-32 21 0,19-14 0,-2 1 0,15-11 0,0 0 0,1 1 0,-20 21 0,36-34 0,0 1 0,0-1 0,0 0 0,1 1 0,-1 0 0,1-1 0,-1 1 0,1 0 0,0 0 0,0-1 0,0 5 0,1-5 0,-1-1 0,1 0 0,0 1 0,1-1 0,-1 0 0,0 1 0,0-1 0,1 0 0,-1 1 0,0-1 0,1 0 0,-1 1 0,1-1 0,0 0 0,-1 0 0,1 0 0,0 0 0,1 2 0,2 0 0,0 0 0,0 0 0,0-1 0,0 1 0,0-1 0,0 0 0,1 0 0,0-1 0,-1 1 0,1-1 0,0 0 0,4 0 0,46 9 0,1-3 0,79 1 0,-23-10 0,171 4 0,-192 10 0,-57-6 0,55 2 0,1020-8 0,-498-1 0,-605 1 0,-3 0 0,1-1 0,-1 1 0,0 0 0,1 0 0,-1 1 0,0-1 0,0 1 0,1-1 0,-1 1 0,0 0 0,0 0 0,0 1 0,0-1 0,4 3 0,-7-4 0,0 0 0,0 1 0,0-1 0,0 0 0,0 1 0,0-1 0,0 0 0,0 1 0,0-1 0,0 0 0,0 1 0,0-1 0,0 0 0,0 1 0,0-1 0,-1 0 0,1 1 0,0-1 0,0 0 0,0 0 0,0 1 0,-1-1 0,1 0 0,0 0 0,0 1 0,-1-1 0,1 0 0,0 0 0,0 0 0,-1 1 0,1-1 0,0 0 0,-1 0 0,1 0 0,0 0 0,0 0 0,-1 1 0,1-1 0,0 0 0,-1 0 0,1 0 0,0 0 0,-1 0 0,1 0 0,0 0 0,-1 0 0,1-1 0,-19 5 0,-58 2 0,-124-6 0,75-3 0,23 3 0,-132-16 0,-11-16-799,200 27 799,-174-30 0,-48-19 0,115 26 0,88 14 0,-45-8 0,-117-10 0,-58 3 133,284 29-97,-1 0 0,1 0-1,-1 0 1,1 0 0,-1 0-1,1-1 1,-1 1 0,1 0 0,-1-1-1,1 1 1,-1-1 0,1 0-1,0 0 1,-1 1 0,1-1 0,0 0-1,-3-2 1,5 2-35,-1 0 0,1 0-1,-1 1 1,1-1 0,-1 0 0,1 0-1,-1 1 1,1-1 0,0 1 0,-1-1-1,1 0 1,0 1 0,0-1 0,-1 1-1,1 0 1,0-1 0,0 1 0,0 0-1,-1-1 1,1 1 0,0 0 0,0 0-1,0 0 1,0 0 0,0 0 0,0 0-1,0 0 1,-1 0 0,1 0 0,2 0-1,86-6 0,116 7 0,-69 2 0,58-4-928,303 38 0,-162 0 419,27 4 368,-87-10 141,50 9 0,-248-29-405,120 3 0,-128-11 310,-19 2 93,71 16-1,-79-12 29,0-1 0,73 2 0,-84-8 973,1 1 0,35 8 0,-15-2-722,-41-6-263,0 0 0,0 0-1,0 1 1,20 11-1,28 9-17,-19-14 4,77 9 0,54 8 0,-29-4 0,-69-13 0,-23-2 0,62 2 0,-39-5-193,0 3 0,74 18 0,-65-9-48,95 5 0,52 5-507,-141-14 251,101 3 0,173 16-333,-221-14 629,275 10 201,-339-24 0,116 19 0,-117-12 0,118 4 0,209-16 3834,-399 1-3834,1 0 0,-1 0 0,1-1 0,-1 1 0,1-1 0,-1 0 0,1-1 0,-1 1 0,0-1 0,0 0 0,0 0 0,0 0 0,0 0 0,0-1 0,0 1 0,6-7 0,-4 2 0,0-1 0,0 0 0,-1 0 0,0 0 0,-1 0 0,0-1 0,4-10 0,3-8 0,1 0 0,1 1 0,1 0 0,2 1 0,1 1 0,29-35 0,39-53 0,-66 89 0,31-48 0,9-13 0,-40 59 0,-2 0 0,17-33 0,-14 23 0,-9 15 0,-1-1 0,12-42 0,-16 44 0,1 0 0,1 0 0,1 0 0,11-18 0,-5 11 0,-1-1 0,19-50 0,-24 53 0,1 0 0,1 0 0,1 1 0,23-33 0,-27 45 0,-1 0 0,-1-1 0,8-16 0,-9 17 0,0 0 0,0 1 0,1 0 0,1 0 0,8-10 0,-6 8 0,-1-1 0,0-1 0,-1 0 0,0 0 0,-1 0 0,0-1 0,-2 1 0,6-25 0,14-40 0,-23 77 0,11-26 0,-1 0 0,-2-1 0,9-45 0,-7 17 0,-6 35 0,-1-1 0,2-34 0,-3 19 0,7-40 0,-4 43 0,1-53 0,-8-653 0,0 721 0,-1 0 0,-8-35 0,5 33 0,2 0 0,-2-24 0,5 35 0,-1-1 0,0 1 0,0-1 0,-2 1 0,1-1 0,-1 1 0,-1 0 0,0 0 0,0 0 0,-1 1 0,-1 0 0,-11-18 0,6 10 0,1 0 0,-12-29 0,16 31 0,-1 0 0,-1 1 0,-1 0 0,-16-23 0,6 18 0,0 1 0,-2 1 0,0 1 0,-28-18 0,18 13 0,7 8 0,-2 1 0,1 0 0,-2 2 0,0 1 0,-47-11 0,-23-9 0,45 14 0,-55-11 0,-50-15 0,46 2 0,-39-1 0,-68-16 0,-99 5 0,275 46 0,-51-2 0,50 6 0,-44-8 0,20 2 0,-1 3 0,-123 6 0,67 1 0,-431-2 0,536 2 0,0 1 0,0 0 0,1 2 0,0 0 0,0 1 0,0 1 0,1 0 0,-24 15 0,-7 1 0,-123 70 0,-20 6 0,136-64 0,45-27 0,-1 0 0,-1-1 0,0 0 0,0-1 0,0 0 0,-17 5 0,4-3 0,0 1 0,1 1 0,0 2 0,1 0 0,-33 23 0,44-28 0,-1 0 0,0-1 0,-1-1 0,1-1 0,-15 4 0,15-5 0,-1 1 0,1 1 0,0-1 0,1 2 0,-19 10 0,12-5 0,-1-1 0,0-1 0,-1-1 0,0-1 0,0-1 0,-1-1 0,-24 3 0,-8 3 0,-120 15 0,122-18 0,0-3 0,0-3 0,0-1 0,-58-8 0,108 7 0,0 0 0,0 0 0,0 0 0,0 0 0,0 0 0,0-1 0,0 1 0,0-1 0,0 0 0,0 1 0,0-1 0,0 0 0,0 0 0,1 0 0,-1-1 0,0 1 0,1 0 0,-1-1 0,1 1 0,-1-1 0,1 1 0,-1-1 0,1 0 0,0 1 0,0-1 0,0 0 0,0 0 0,0 0 0,1 0 0,-1 0 0,0 0 0,1 0 0,0 0 0,-1 0 0,1 0 0,0 0 0,0 0 0,0 0 0,0 0 0,0 0 0,1 0 0,-1 0 0,1-1 0,-1 1 0,3-3 0,3-13 0,1 1 0,0 0 0,2 1 0,12-21 0,-7 15 0,-6 10 0,0 1 0,1 0 0,0 1 0,22-18 0,-6 4 0,-8 9 0,1 2 0,0 0 0,28-15 0,-19 12 0,-2 0 0,1 2 0,0 1 0,1 1 0,1 1 0,0 1 0,0 2 0,55-9 0,32-7 0,-84 16 0,0 1 0,0 1 0,51-1 0,13 5 0,128 6 0,-205-2 0,0 1 0,0 1 0,-1 1 0,0 0 0,31 14 0,76 50 0,-4-2 0,-104-58 0,0 0 0,-1 2 0,20 15 0,-20-13 0,1-1 0,30 16 0,-33-20 0,0 0 0,-1 1 0,14 13 0,-18-15 0,0 0 0,0-1 0,1 0 0,-1 0 0,1 0 0,1-1 0,-1-1 0,17 6 0,-25-10 0,0 1 0,0-1 0,1 0 0,-1 0 0,0 1 0,0-1 0,1 0 0,-1 0 0,0-1 0,1 1 0,-1 0 0,0 0 0,0-1 0,1 1 0,-1 0 0,0-1 0,0 1 0,0-1 0,1 0 0,-1 1 0,0-1 0,0 0 0,0 0 0,0 0 0,0 0 0,1-2 0,0 0 0,-1 0 0,1 0 0,-1 0 0,0 0 0,1 0 0,-1-1 0,-1 1 0,1 0 0,-1-1 0,1-4 0,0-1 0,-1 0 0,-1 0 0,0 0 0,0-1 0,0 1 0,-1 0 0,-4-11 0,0 10 0,1 1 0,-1 0 0,-1 0 0,1 1 0,-2 0 0,1 0 0,-1 1 0,0 0 0,-16-11 0,-3 0 0,-56-27 0,79 42 0,-1 1 0,1 0 0,-1 0 0,1 1 0,-1 0 0,1-1 0,-1 1 0,0 1 0,0-1 0,1 1 0,-1 0 0,0 0 0,0 0 0,0 1 0,1-1 0,-1 1 0,0 0 0,1 1 0,-1-1 0,1 1 0,-1 0 0,1 0 0,-5 3 0,2 1 0,0 0 0,0 1 0,0-1 0,1 1 0,0 1 0,0-1 0,1 1 0,0 0 0,0 0 0,-6 16 0,-59 173 0,58-158 0,11-36-136,0 0-1,0 0 1,-1 0-1,1 0 1,-1 0-1,0 0 1,0 0-1,0-1 0,-4 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3T13:13:58.923"/>
    </inkml:context>
    <inkml:brush xml:id="br0">
      <inkml:brushProperty name="width" value="0.35" units="cm"/>
      <inkml:brushProperty name="height" value="0.35" units="cm"/>
      <inkml:brushProperty name="color" value="#17252B"/>
    </inkml:brush>
  </inkml:definitions>
  <inkml:trace contextRef="#ctx0" brushRef="#br0">3226 365 24575,'-16'1'0,"1"0"0,-1 1 0,0 1 0,0 1 0,1 0 0,-24 10 0,2-1 0,18-8 0,-1-1 0,0 0 0,-26 0 0,-34 7 0,53-7 0,-1-1 0,-44 0 0,44-3 0,1 1 0,-46 8 0,6 1 0,0-3 0,-1-3 0,-103-6 0,41-1 0,-744 3 0,1020 3 0,162-7 0,-267-1 0,58-16 0,-67 13 0,0 1 0,1 1 0,37 0 0,-69 6 0,45-1 0,0-1 0,58-10 0,-51 7 0,-44 5 0,0 0 0,0-1 0,-1 1 0,1-2 0,0 1 0,-1-1 0,1-1 0,-1 1 0,0-2 0,10-4 0,-22 7 0,0-1 0,0 0 0,0 1 0,0 0 0,0 0 0,-1 0 0,1 1 0,0-1 0,-6 1 0,-51 1 0,-1 3 0,-62 12 0,85-11 0,18-2 0,0 0 0,1 0 0,-1 2 0,-21 8 0,18-5 0,-1-1 0,0-1 0,-36 4 0,-20 4 0,52-9 0,0-2 0,-44 1 0,44-4 0,0 2 0,-47 9 0,30-4 0,-1-2 0,0-2 0,-93-5 0,34-1 0,50 4 0,8 0 0,-86-9 0,120 6 0,-1-1 0,1-1 0,-1 0 0,1 0 0,1-2 0,-1 1 0,1-2 0,0 0 0,0-1 0,-14-10 0,-2-3 0,-1 2 0,-2 0 0,0 3 0,0 0 0,-46-14 0,44 20 0,0 1 0,-39-6 0,70 15 0,1 1 0,-1-1 0,0 1 0,0 0 0,1-1 0,-1 1 0,0 0 0,1 0 0,-1 1 0,1-1 0,-1 1 0,1-1 0,0 1 0,0 0 0,-1 0 0,1 0 0,1 0 0,-1 0 0,0 0 0,0 0 0,1 1 0,-1-1 0,1 1 0,0-1 0,0 1 0,-2 4 0,-4 11 0,0 0 0,-6 29 0,12-47 0,-3 27 0,0 0 0,2 1 0,1-1 0,3 49 0,0-37 0,-3 48 0,0-81 0,-1 0 0,1 0 0,-1 0 0,-1 0 0,1 0 0,-1 0 0,0 0 0,0-1 0,0 1 0,-1-1 0,0 0 0,0 0 0,0 0 0,-9 7 0,7-7 0,1 0 0,0 0 0,0 0 0,1 1 0,0 0 0,0 0 0,0 0 0,1 1 0,0-1 0,-3 10 0,3-6 0,1 1 0,-2-1 0,0 0 0,0 1 0,0-2 0,-1 1 0,-1 0 0,-12 16 0,17-26 0,1 1 0,-1-1 0,1 1 0,0-1 0,-1 1 0,1-1 0,-1 1 0,1-1 0,0 1 0,0-1 0,-1 1 0,1 0 0,0-1 0,0 1 0,0 0 0,-1-1 0,1 1 0,0-1 0,0 1 0,0 0 0,0-1 0,0 1 0,0 0 0,1-1 0,-1 1 0,0 0 0,0-1 0,0 1 0,0-1 0,1 2 0,19 11 0,30-3 0,-50-10 0,65 6 0,-34-4 0,49 10 0,-33-5 0,0-2 0,0-1 0,92-7 0,-32 0 0,-79 1 0,0-1 0,0-1 0,49-14 0,-49 10 0,1 2 0,1 0 0,38-1 0,-49 6 0,0-2 0,27-6 0,31-3 0,9-2 0,-63 9 0,2 1 0,25-1 0,11 5 0,-15 0 0,1-2 0,64-11 0,101-14 0,-175 20 0,138-31 0,-75 14 0,149-15 0,-228 36 0,150-33 0,-100 19 0,-51 15 0,-34 13 0,-34 11 0,14-12 0,-1-1 0,-47 6 0,-21 5 0,34-3 0,-103 11 0,92-17 0,-55 3 0,-4-1-250,-2 0-118,-31 0 368,-14 1 0,-441-15-1187,609 1 1211,0-1-1,1-1 0,-1-1 1,1 0-1,0-1 1,-32-12-1,48 16 8,1 0 1,0 0-1,-1 0 1,1 0-1,0-1 0,-1 1 1,1 0-1,0 0 1,-1 0-1,1 0 0,0-1 1,-1 1-1,1 0 0,0 0 1,-1-1-1,1 1 1,0 0-1,0 0 0,0-1 1,-1 1-1,1 0 1,0-1-1,0 1 0,0 0 1,0-1-1,-1 1 1,1-1-1,0 1 0,0 0 1,0-1-1,0 1 0,0 0 1,0-1-1,0 1 1,0-1-1,0 1 0,0 0 1,0-1-1,0 1 1,1 0-1,-1-1 0,17-13 372,38-7-580,-45 17 274,42-13-97,-31 11 0,-1-1 0,0-1 0,22-13 0,-23 12 0,-1 1 0,1 1 0,38-10 0,-40 13 0,0-1 0,0-1 0,0 0 0,-1-1 0,28-16 0,-43 22 0,22-19 0,-23 18 0,0 0 0,1 1 0,-1-1 0,0 0 0,0 1 0,0-1 0,0 0 0,-1 1 0,1-1 0,0 0 0,-1 1 0,1-1 0,-1 1 0,0-1 0,1 1 0,-2-3 0,-3-9 0,2-1 0,0 1 0,0-1 0,1 0 0,1 1 0,0-1 0,1 0 0,1 0 0,0 0 0,0 1 0,7-26 0,-5 23 0,-3 15 0,1-1 0,-1 0 0,0 0 0,-1 1 0,1-1 0,0 0 0,0 0 0,-1 1 0,1-1 0,-1 0 0,1 1 0,-1-1 0,0 1 0,0-1 0,0 1 0,0-1 0,0 1 0,0-1 0,0 1 0,0 0 0,0 0 0,-1-1 0,1 1 0,0 0 0,-1 0 0,1 0 0,-1 1 0,1-1 0,-1 0 0,1 0 0,-1 1 0,0-1 0,1 1 0,-1 0 0,0-1 0,0 1 0,1 0 0,-3 0 0,-12-2 0,1 1 0,-1 1 0,-22 2 0,20-1 0,-101-1 0,-56 4 0,162-3 0,1 1 0,0 0 0,0 1 0,0 0 0,0 1 0,0 0 0,1 1 0,0 0 0,-19 12 0,30-17 0,0 0 0,0 0 0,-1 0 0,1 0 0,0 0 0,0 1 0,0-1 0,0 0 0,0 0 0,0 0 0,0 0 0,0 0 0,-1 0 0,1 1 0,0-1 0,0 0 0,0 0 0,0 0 0,0 0 0,0 0 0,0 1 0,0-1 0,0 0 0,0 0 0,0 0 0,0 0 0,0 1 0,0-1 0,0 0 0,0 0 0,0 0 0,0 0 0,0 1 0,0-1 0,0 0 0,1 0 0,-1 0 0,0 0 0,0 0 0,0 0 0,0 1 0,0-1 0,0 0 0,0 0 0,0 0 0,1 0 0,-1 0 0,0 0 0,0 0 0,0 0 0,0 0 0,0 1 0,1-1 0,-1 0 0,0 0 0,0 0 0,0 0 0,0 0 0,1 0 0,-1 0 0,0 0 0,0 0 0,0 0 0,0 0 0,1 0 0,21 2 0,29-2 0,-49 0 0,21-3 0,0 0 0,25-6 0,-25 3 0,-1 2 0,32-2 0,649 5 0,-339 3 0,-256-4 0,121 5 0,-134 9 0,-53-5 0,58 1 0,-24-3 0,-1 4 0,96 22 0,-159-28 0,38 8 0,61 9 0,109 7 0,-197-24 0,0 2 0,43 15 0,6 2 0,-68-21 0,0 0 0,0 0 0,0 0 0,0 0 0,0 1 0,0 0 0,0-1 0,-1 1 0,1 1 0,-1-1 0,1 1 0,-1-1 0,0 1 0,0 0 0,0 0 0,0 0 0,-1 1 0,5 5 0,-6-6 0,0 0 0,-1 1 0,1-1 0,-1 0 0,1 0 0,-1 0 0,0 1 0,0-1 0,0 0 0,-1 0 0,1 0 0,-1 1 0,0-1 0,0 0 0,0 0 0,0 0 0,0 0 0,-1 0 0,1-1 0,-1 1 0,0 0 0,0-1 0,0 1 0,-4 4 0,-264 350 0,263-349 0,-1 1 0,0-2 0,0 1 0,-1-1 0,0 0 0,0-1 0,0 0 0,-1 0 0,0-1 0,-13 5 0,6-2 0,1 1 0,-25 16 0,22-14 0,16-9 0,1-1 0,-1 0 0,0 1 0,1-1 0,-1 1 0,1 0 0,-1-1 0,1 1 0,0 1 0,0-1 0,0 0 0,0 0 0,-2 5 0,4-7 0,0 1 0,0 0 0,0 0 0,0-1 0,1 1 0,-1 0 0,0-1 0,0 1 0,1 0 0,-1-1 0,0 1 0,1-1 0,-1 1 0,1 0 0,-1-1 0,1 1 0,-1-1 0,1 1 0,-1-1 0,1 0 0,0 1 0,-1-1 0,1 0 0,0 1 0,-1-1 0,1 0 0,0 0 0,-1 1 0,1-1 0,0 0 0,0 0 0,-1 0 0,1 0 0,0 0 0,0 0 0,32 3 0,-30-3 0,20-1 0,0-1 0,0-1 0,0-1 0,-1-2 0,1 0 0,-1-1 0,-1-1 0,26-13 0,-7 4 0,43-12 0,-62 24 0,-1-2 0,1 0 0,-1-1 0,-1-2 0,1 0 0,-1-1 0,-1 0 0,0-2 0,-1 0 0,28-28 0,-41 34 0,0 0 0,0 0 0,0-1 0,-1 0 0,0 1 0,0-1 0,-1-1 0,0 1 0,0 0 0,-1 0 0,0-1 0,-1-10 0,0-17 0,-6-51 0,5 86 0,0-10 0,0 0 0,-2 1 0,1-1 0,-1 1 0,-1-1 0,0 1 0,0 0 0,-1 0 0,0 1 0,-1 0 0,-9-13 0,7 11 0,1-1 0,0 0 0,-11-25 0,14 25 0,-2 0 0,0 0 0,-1 1 0,0 0 0,-8-11 0,8 14 0,0 1 0,0 0 0,-1 0 0,0 1 0,0 0 0,-1 0 0,0 1 0,0 0 0,0 1 0,-15-6 0,8 5 0,-1 2 0,1 0 0,-1 0 0,0 2 0,-26 0 0,17 0 0,0-1 0,-30-7 0,29 4 0,-51-3 0,-109 11 0,-133-6 0,280-2-46,-66-16 0,72 12-112,1 2 0,-70-5 0,59 9 158,1-2 0,-46-11 0,-45-6 0,73 13 160,-115-31 1,38 6 84,136 33-245,0 1 0,0 0 0,0-1 0,0 1 0,0-1 0,0 0 0,1 1 0,-1-1 0,0 0 0,0 0 0,1 0 0,-1 0 0,-1-2 0,2 2 0,1 1 0,0-1 0,0 1 0,-1-1 0,1 1 0,0-1 0,0 1 0,0 0 0,0-1 0,0 1 0,0-1 0,0 1 0,0-1 0,0 1 0,0-1 0,0 1 0,0-1 0,0 1 0,0-1 0,1 1 0,-1 0 0,0-1 0,0 1 0,0-1 0,1 1 0,-1-1 0,0 1 0,1 0 0,-1-1 0,0 1 0,1 0 0,0-1 0,2-2 0,1 0 0,0 1 0,0 0 0,0 0 0,0 0 0,0 0 0,0 0 0,0 1 0,10-2 0,38-3 0,0 2 0,105 6 0,-44 1 0,-76-5 0,60-10 0,-59 6 0,57-2 0,41-5 0,-91 7 0,47-1 0,840 8-99,-931-1 100,-1 0 1,0 0-1,0 0 0,0 0 1,0 0-1,0 0 0,0 0 1,0 0-1,1 0 0,-1 0 1,0 0-1,0 0 0,0 0 1,0 0-1,0 0 0,0 1 1,0-1-1,0 0 0,1 0 1,-1 0-1,0 0 0,0 0 1,0 0-1,0 0 0,0 0 1,0 0-1,0 1 0,0-1 1,0 0-1,0 0 0,0 0 1,0 0-1,0 0 0,0 0 1,0 0-1,0 0 0,0 1 1,0-1-1,0 0 0,0 0 1,0 0-1,0 0 0,0 0 1,0 0-1,0 1 0,0-1 1,0 0-1,0 0 0,0 0 1,0 0-1,0 0 0,0 0 1,0 0-1,0 0 0,0 0 1,0 1-1,-1-1 0,1 0 1,0 0-1,0 0 0,0 0 1,0 0-1,0 0 0,0 0 1,0 0-1,0 0 0,-1 0 1,1 0-1,0 0 0,-13 12 14,-16 8-24,14-12 9,1-1 0,-1-1 0,-1 0 0,1-1 0,-1-1 0,-29 4 0,-115 19 0,82-17 0,34-3 0,-46 1 0,54-6 0,-42 9 0,44-5 0,-45 1 0,442-8 0,-508 3 0,-162-5 0,24-38-1099,34 3 239,-28-8 860,155 22 0,-141-12 0,93 10 0,112 15 0,-108-6 0,-76-1-379,85-5 1897,154 22-1477,0 0 1,0 1-1,0-1 1,0 1-1,0 0 1,0 0-1,0 0 1,0 0-1,0 0 1,0 1-1,0-1 0,0 1 1,0 0-1,0 0 1,0 0-1,0 0 1,1 1-1,-4 1 1,3 0-40,1-1-1,0 1 1,0-1 0,0 1 0,1 0 0,-1 0-1,1 0 1,-1 0 0,1 0 0,0 0 0,0 0-1,0 1 1,1-1 0,-1 0 0,1 1 0,0-1-1,0 4 1,0 5-2,1 1 0,0 0 0,1-1 0,0 1 0,1-1 0,0 1 0,1-1 0,9 19 0,4 13 0,-14-34 0,-1 0 0,0 1 0,0-1 0,-1 0 0,0 0 0,-1 1 0,0-1 0,-2 16 0,-4 7 0,-13 43 0,12-51 0,1-1 0,1 1 0,-4 42 0,9-38 0,-2-12 0,1-1 0,1 0 0,0 1 0,1-1 0,1 0 0,1 1 0,0-1 0,1 0 0,1-1 0,12 29 0,12 23 0,-25-54 0,1-1 0,0 0 0,1 0 0,8 12 0,-11-20 0,0 0 0,0 0 0,1 0 0,0-1 0,0 1 0,0-1 0,0 0 0,1 0 0,-1 0 0,1-1 0,-1 1 0,1-1 0,0 0 0,6 1 0,27 6 0,0-1 0,0-3 0,0 0 0,73-3 0,-91-1 0,0 1 0,36 8 0,33 3 0,-66-12 0,46 11 0,-45-7 0,-1-1 0,27 1 0,-8-5 0,21 1 0,88 13 0,93 13 0,-44 0 0,-105-18 0,1-4 0,102-7 0,-46-1 0,434 3 0,-543-2 0,55-9 0,-54 4 0,58 0 0,453 8 0,-536-2 0,1-1 0,35-9 0,-34 7 0,0 0 0,27-2 0,43-6 0,-67 7 0,46-4 0,-11 8 0,-11 1 0,0-2 0,57-10 0,-39 3 0,-1 4 0,1 2 0,68 6 0,-9 0 0,298-3 0,-416 0 0,0-1 0,1 0 0,-1-1 0,0 0 0,11-4 0,-17 6 0,0 0 0,0-1 0,-1 1 0,1 0 0,0-1 0,0 1 0,0-1 0,0 1 0,-1-1 0,1 0 0,0 1 0,-1-1 0,1 0 0,0 1 0,-1-1 0,1 0 0,-1 0 0,1 0 0,-1 1 0,1-3 0,-1 2 0,-1 0 0,1 0 0,0 0 0,-1 0 0,1 0 0,-1 0 0,1 0 0,-1 0 0,0 0 0,1 0 0,-1 0 0,0 1 0,0-1 0,0 0 0,1 0 0,-1 1 0,0-1 0,0 1 0,0-1 0,0 1 0,0-1 0,0 1 0,-2-1 0,-24-11 0,-1 2 0,0 1 0,-45-9 0,-10-3 0,45 11 0,-48-5 0,25 5 0,-3-1 0,18 4 0,-61-18 0,76 17 0,0 2 0,-60-5 0,2 1 0,-30-11-222,29 4-328,-164-9 0,178 20 672,1-2 0,-80-21 1,113 21-43,-21-10-1209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154B7-CB4E-DAC7-DFFA-DA8F3C11E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C77B81-9A2B-E0FE-9890-474969117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D5AB23-2F4D-BA3F-D5B1-06B273451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9C65C9-F695-E290-EF67-527BAC47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9D884A-41A7-4325-2861-DDAAD97C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309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61A17-5FC5-6DA3-AA48-DC540A52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ED8FB1-F81C-92A9-69A7-BD46E67C7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5C9D7E-2D35-709F-38C1-F85122CEB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4F41E1-8CF2-8721-FBE1-3E00B402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B22C9A-5635-A28D-D0B8-02A23460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10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D8EEC-D116-D43B-2D7C-621074030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35293F-A49C-1612-8AE9-D0BB11B9C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68E3DB-2ECE-629B-C774-58CF7112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9770F3-E248-5337-0557-2C397A13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D1364C-762A-FEA3-C3DB-8DDDF7CD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06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2E495-53E4-08B7-F51B-1A307F16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E78858-5A2A-480E-448D-81CDF3C30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BCF21B-79D5-28F7-5BE2-7AFB76052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A96B6C-BC6A-EF51-9402-2DC15AA6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71BBFF-F7B0-2122-9CD8-C41D49DB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C74306-28DC-79A2-B711-F7B32F63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96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89D09-DEC8-E670-B7AB-49E65C4CA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AEE71A-500C-18EB-BDF0-C52E4E627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A8C8FF-D454-BB76-5427-B2FEF54DB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E22CCA-9509-4443-69C0-057BDD646B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BE2CF9-FEE2-BC3B-625B-09A026FBB5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E5D005-2DF6-4AB6-3000-E73B63C3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A2E8030-20CA-09CF-1DBE-FB82A4CF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DD5C5D-DCE9-C5D1-37D8-41C07272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022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55DC3-E5E8-9A90-2885-16A92A5C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02B77E8-B056-0D96-0047-3835E65E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043464-3265-611C-68B9-1BED8597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4AEFBF-19E8-5D60-70E4-AAFEB005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2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7B5074-B811-3B23-617D-24265DEB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57CCE6-828F-5009-8A55-D3388662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CF5A45-8D7C-94D3-6438-D142E3DD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99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BA89A-8148-3FCC-54F0-B43B7FEA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E3BDA8-71C4-3203-B075-4032782D5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FA98FA-96C6-6EAC-6878-4DEF91D70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35603E-CAB2-A602-1E43-595971FC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590C5A-429A-B7E5-C628-46E9B9C3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C7EE50-3988-AA83-CD13-E5B843C7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00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5D52B8-3C80-4F33-2F58-B2C2BEDF1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F342A5F-2C61-F6A4-1208-C5F0875D3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A7F17B-506E-DE80-5455-2E5D1828E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95204B-5277-E998-8E6B-4B98D412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67B86D-EB89-2FED-BB29-2A10D4D26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FE4F10-F22A-FBB0-E6D0-F29FCCE1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59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37D85-B5A2-9AD5-B565-1EFC2DCA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86DFDB-6713-CA75-9401-8D9963518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EBAF99-8323-D8C9-18CD-75FF5447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762398-A63E-4FA9-462C-20E92A37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C353FC-6B8F-EBBD-939A-84A495DE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228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00F509-E55C-FB0C-32A0-292B13B34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950A2E-0839-37A0-B202-6DDAE7DA5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1E86FD-CF54-FAF2-17B0-689661DCD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4C8188-0BA7-F45C-3CB5-3FC950E6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41EDE8-57CF-4EE5-16E4-1FB14117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98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F58D2-70D1-6B6E-E333-D4127965F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418C81-C05C-BBAC-7B75-93A3E2FE6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D036F-B185-BD21-69C7-DA9B05C71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2004F-B537-4E6D-8F89-676D0054A82B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8CDCF1-14CA-4763-9B8F-A118B4783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A6F392-DEEE-FAB3-F6AB-A64CD0442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E7A5B-6A5F-40B8-A1A3-FB61760183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81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276E39-CCB4-14DF-9D17-3122AA98370C}"/>
              </a:ext>
            </a:extLst>
          </p:cNvPr>
          <p:cNvSpPr txBox="1"/>
          <p:nvPr/>
        </p:nvSpPr>
        <p:spPr>
          <a:xfrm>
            <a:off x="1696329" y="301490"/>
            <a:ext cx="879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ГАПОУ «Казанский авиационно-технический колледж им. П.В. Дементьева»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B565F-F4D1-BC5D-694C-4902959B097D}"/>
              </a:ext>
            </a:extLst>
          </p:cNvPr>
          <p:cNvSpPr txBox="1">
            <a:spLocks/>
          </p:cNvSpPr>
          <p:nvPr/>
        </p:nvSpPr>
        <p:spPr>
          <a:xfrm>
            <a:off x="2639997" y="795310"/>
            <a:ext cx="6912006" cy="962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Дипломный проект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3912C96C-83CA-2A7D-87A5-46F1DBAF632A}"/>
              </a:ext>
            </a:extLst>
          </p:cNvPr>
          <p:cNvSpPr txBox="1">
            <a:spLocks/>
          </p:cNvSpPr>
          <p:nvPr/>
        </p:nvSpPr>
        <p:spPr>
          <a:xfrm>
            <a:off x="1477579" y="2212230"/>
            <a:ext cx="10266745" cy="2459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Тема:</a:t>
            </a:r>
            <a:r>
              <a:rPr lang="ru-RU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 Проектирование и разработка мобильного приложения «Обучающий контент»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D996044-0B2E-5273-D107-258FCA9CB6DA}"/>
              </a:ext>
            </a:extLst>
          </p:cNvPr>
          <p:cNvSpPr/>
          <p:nvPr/>
        </p:nvSpPr>
        <p:spPr>
          <a:xfrm>
            <a:off x="5198157" y="6387233"/>
            <a:ext cx="17956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 Казань, 2025 год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C7CE191D-0FC9-7CF3-80A8-121B0CE82AA9}"/>
              </a:ext>
            </a:extLst>
          </p:cNvPr>
          <p:cNvSpPr txBox="1">
            <a:spLocks/>
          </p:cNvSpPr>
          <p:nvPr/>
        </p:nvSpPr>
        <p:spPr>
          <a:xfrm>
            <a:off x="8968966" y="5405541"/>
            <a:ext cx="3223034" cy="132024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21И1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Случаев М. К.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Мавлекеева</a:t>
            </a:r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Л.И.</a:t>
            </a:r>
          </a:p>
        </p:txBody>
      </p:sp>
    </p:spTree>
    <p:extLst>
      <p:ext uri="{BB962C8B-B14F-4D97-AF65-F5344CB8AC3E}">
        <p14:creationId xmlns:p14="http://schemas.microsoft.com/office/powerpoint/2010/main" val="363559732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E1B1E2B-903E-8A99-DAA4-D741606721FA}"/>
              </a:ext>
            </a:extLst>
          </p:cNvPr>
          <p:cNvSpPr txBox="1">
            <a:spLocks/>
          </p:cNvSpPr>
          <p:nvPr/>
        </p:nvSpPr>
        <p:spPr>
          <a:xfrm>
            <a:off x="4838330" y="159797"/>
            <a:ext cx="2515340" cy="1219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00B86BB6-3ED3-99BE-7C41-E63408B275B1}"/>
              </a:ext>
            </a:extLst>
          </p:cNvPr>
          <p:cNvSpPr txBox="1">
            <a:spLocks/>
          </p:cNvSpPr>
          <p:nvPr/>
        </p:nvSpPr>
        <p:spPr>
          <a:xfrm>
            <a:off x="290004" y="2191476"/>
            <a:ext cx="5805996" cy="43069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Целью работы является проектировка и разработка приложения, предоставляющего удобный доступ к лекционным материалам</a:t>
            </a:r>
          </a:p>
        </p:txBody>
      </p:sp>
      <p:pic>
        <p:nvPicPr>
          <p:cNvPr id="9" name="Picture 4" descr="Picture background">
            <a:extLst>
              <a:ext uri="{FF2B5EF4-FFF2-40B4-BE49-F238E27FC236}">
                <a16:creationId xmlns:a16="http://schemas.microsoft.com/office/drawing/2014/main" id="{B86382D4-FAE9-71EC-F6BE-EDE15B5C7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406" y="1873593"/>
            <a:ext cx="5964589" cy="378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21512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D623D85A-8AF6-013B-AC56-3DCDC7D36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3F8E2FD-18FF-7E6C-E58D-59D0062EE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209" y="18255"/>
            <a:ext cx="2588581" cy="1325563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D7A71C77-14B5-7F7D-3436-21FC8943E527}"/>
              </a:ext>
            </a:extLst>
          </p:cNvPr>
          <p:cNvSpPr txBox="1">
            <a:spLocks/>
          </p:cNvSpPr>
          <p:nvPr/>
        </p:nvSpPr>
        <p:spPr>
          <a:xfrm>
            <a:off x="2200277" y="1785937"/>
            <a:ext cx="7742714" cy="3057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Проектировка и разработка базы данных</a:t>
            </a:r>
          </a:p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интерфейса приложения</a:t>
            </a:r>
          </a:p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приложения и самого приложения</a:t>
            </a:r>
          </a:p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тестов</a:t>
            </a:r>
          </a:p>
        </p:txBody>
      </p:sp>
    </p:spTree>
    <p:extLst>
      <p:ext uri="{BB962C8B-B14F-4D97-AF65-F5344CB8AC3E}">
        <p14:creationId xmlns:p14="http://schemas.microsoft.com/office/powerpoint/2010/main" val="146650984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90776-3DA5-643B-E7FE-8200D3AF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8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Диаграмма прецедентов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248650-E3BA-85AC-F0D0-B4B32AB84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054917"/>
            <a:ext cx="9810749" cy="562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1346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3FA18CB-8745-AD15-6BE8-09F74090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Диаграмма последовательности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ECD47B-F95B-C816-E6A6-9701F516D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07" y="1057065"/>
            <a:ext cx="10342186" cy="560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7531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C1B7E69A-706B-D66A-FE7C-823760315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4E433236-9653-8D66-A94C-0864D92A2173}"/>
                  </a:ext>
                </a:extLst>
              </p14:cNvPr>
              <p14:cNvContentPartPr/>
              <p14:nvPr/>
            </p14:nvContentPartPr>
            <p14:xfrm>
              <a:off x="2160180" y="2941695"/>
              <a:ext cx="7737120" cy="2403720"/>
            </p14:xfrm>
          </p:contentPart>
        </mc:Choice>
        <mc:Fallback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4E433236-9653-8D66-A94C-0864D92A2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7540" y="2879055"/>
                <a:ext cx="7862760" cy="25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C9A154FC-18AC-740D-C830-F03083570C95}"/>
                  </a:ext>
                </a:extLst>
              </p14:cNvPr>
              <p14:cNvContentPartPr/>
              <p14:nvPr/>
            </p14:nvContentPartPr>
            <p14:xfrm>
              <a:off x="7134660" y="2792655"/>
              <a:ext cx="1892160" cy="465480"/>
            </p14:xfrm>
          </p:contentPart>
        </mc:Choice>
        <mc:Fallback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C9A154FC-18AC-740D-C830-F03083570C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71660" y="2730015"/>
                <a:ext cx="2017800" cy="59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212220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A7D24-9464-13FE-9BD8-8F7EC33D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850F46-FE5F-2673-CD06-28A66C6DA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95585-C12B-BFCA-1759-4305C66613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45" b="29328"/>
          <a:stretch/>
        </p:blipFill>
        <p:spPr bwMode="auto">
          <a:xfrm>
            <a:off x="0" y="-388962"/>
            <a:ext cx="12192000" cy="724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69441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CD531-FFB5-9B61-E96E-03DE7D510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9EDECD-34EA-0F84-A916-DD531CC63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118D2-95B0-4F44-3507-95010AEDF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2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29955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CBC45-A458-010F-0A38-C304A3D3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Презентация_2">
            <a:hlinkClick r:id="" action="ppaction://media"/>
            <a:extLst>
              <a:ext uri="{FF2B5EF4-FFF2-40B4-BE49-F238E27FC236}">
                <a16:creationId xmlns:a16="http://schemas.microsoft.com/office/drawing/2014/main" id="{1236A7D0-EE42-D2DD-8C0A-29F66EA3C8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149517"/>
      </p:ext>
    </p:extLst>
  </p:cSld>
  <p:clrMapOvr>
    <a:masterClrMapping/>
  </p:clrMapOvr>
  <p:transition spd="slow" advTm="78828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84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E8B07-26C4-11DA-8AF5-306E9855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generated image">
            <a:extLst>
              <a:ext uri="{FF2B5EF4-FFF2-40B4-BE49-F238E27FC236}">
                <a16:creationId xmlns:a16="http://schemas.microsoft.com/office/drawing/2014/main" id="{14CBE655-3910-25EA-C468-207784600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12192000" cy="683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995D4B-69E8-D2E9-419F-B8F4BDC6BCF1}"/>
              </a:ext>
            </a:extLst>
          </p:cNvPr>
          <p:cNvSpPr txBox="1"/>
          <p:nvPr/>
        </p:nvSpPr>
        <p:spPr>
          <a:xfrm>
            <a:off x="481263" y="1305342"/>
            <a:ext cx="505326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57188382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90</Words>
  <Application>Microsoft Office PowerPoint</Application>
  <PresentationFormat>Широкоэкранный</PresentationFormat>
  <Paragraphs>19</Paragraphs>
  <Slides>10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 Neue</vt:lpstr>
      <vt:lpstr>Times New Roman</vt:lpstr>
      <vt:lpstr>Тема Office</vt:lpstr>
      <vt:lpstr>Презентация PowerPoint</vt:lpstr>
      <vt:lpstr>Презентация PowerPoint</vt:lpstr>
      <vt:lpstr>Задачи</vt:lpstr>
      <vt:lpstr>Диаграмма прецедентов</vt:lpstr>
      <vt:lpstr>Диаграмма последовательности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Maxim</dc:creator>
  <cp:lastModifiedBy>Maxim</cp:lastModifiedBy>
  <cp:revision>21</cp:revision>
  <dcterms:created xsi:type="dcterms:W3CDTF">2024-11-26T16:25:34Z</dcterms:created>
  <dcterms:modified xsi:type="dcterms:W3CDTF">2025-05-23T13:14:00Z</dcterms:modified>
</cp:coreProperties>
</file>