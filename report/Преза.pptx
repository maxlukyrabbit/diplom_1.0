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75" r:id="rId5"/>
    <p:sldId id="276" r:id="rId6"/>
    <p:sldId id="268" r:id="rId7"/>
    <p:sldId id="279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8A8A8A"/>
    <a:srgbClr val="626262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9"/>
  </p:normalViewPr>
  <p:slideViewPr>
    <p:cSldViewPr snapToGrid="0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A154B7-CB4E-DAC7-DFFA-DA8F3C11E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CC77B81-9A2B-E0FE-9890-474969117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D5AB23-2F4D-BA3F-D5B1-06B273451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9C65C9-F695-E290-EF67-527BAC47A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9D884A-41A7-4325-2861-DDAAD97CC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8309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61A17-5FC5-6DA3-AA48-DC540A52B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ED8FB1-F81C-92A9-69A7-BD46E67C7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5C9D7E-2D35-709F-38C1-F85122CEB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F4F41E1-8CF2-8721-FBE1-3E00B402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B22C9A-5635-A28D-D0B8-02A23460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10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2D8EEC-D116-D43B-2D7C-621074030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35293F-A49C-1612-8AE9-D0BB11B9C6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68E3DB-2ECE-629B-C774-58CF71124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9770F3-E248-5337-0557-2C397A13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D1364C-762A-FEA3-C3DB-8DDDF7CDB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61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2E495-53E4-08B7-F51B-1A307F16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E78858-5A2A-480E-448D-81CDF3C300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FBCF21B-79D5-28F7-5BE2-7AFB76052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9A96B6C-BC6A-EF51-9402-2DC15AA61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71BBFF-F7B0-2122-9CD8-C41D49DB9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C74306-28DC-79A2-B711-F7B32F638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3961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D89D09-DEC8-E670-B7AB-49E65C4CA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AEE71A-500C-18EB-BDF0-C52E4E627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FA8C8FF-D454-BB76-5427-B2FEF54DB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6E22CCA-9509-4443-69C0-057BDD646B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3BE2CF9-FEE2-BC3B-625B-09A026FBB5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E5D005-2DF6-4AB6-3000-E73B63C34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A2E8030-20CA-09CF-1DBE-FB82A4CF2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8DD5C5D-DCE9-C5D1-37D8-41C07272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9022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955DC3-E5E8-9A90-2885-16A92A5CA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02B77E8-B056-0D96-0047-3835E65E1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F043464-3265-611C-68B9-1BED8597D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A4AEFBF-19E8-5D60-70E4-AAFEB0052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22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37B5074-B811-3B23-617D-24265DEB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457CCE6-828F-5009-8A55-D3388662C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CF5A45-8D7C-94D3-6438-D142E3DD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996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FBA89A-8148-3FCC-54F0-B43B7FEA9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3BDA8-71C4-3203-B075-4032782D5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3FA98FA-96C6-6EAC-6878-4DEF91D70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35603E-CAB2-A602-1E43-595971FC9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590C5A-429A-B7E5-C628-46E9B9C31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EC7EE50-3988-AA83-CD13-E5B843C7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005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5D52B8-3C80-4F33-2F58-B2C2BEDF1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F342A5F-2C61-F6A4-1208-C5F0875D3F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A7F17B-506E-DE80-5455-2E5D1828E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195204B-5277-E998-8E6B-4B98D4121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E67B86D-EB89-2FED-BB29-2A10D4D26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5FE4F10-F22A-FBB0-E6D0-F29FCCE18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594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37D85-B5A2-9AD5-B565-1EFC2DCAB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486DFDB-6713-CA75-9401-8D99635188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EBAF99-8323-D8C9-18CD-75FF54472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762398-A63E-4FA9-462C-20E92A371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C353FC-6B8F-EBBD-939A-84A495DE8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4228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00F509-E55C-FB0C-32A0-292B13B34D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950A2E-0839-37A0-B202-6DDAE7DA5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1E86FD-CF54-FAF2-17B0-689661DCD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4C8188-0BA7-F45C-3CB5-3FC950E68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41EDE8-57CF-4EE5-16E4-1FB141170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985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F58D2-70D1-6B6E-E333-D4127965F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418C81-C05C-BBAC-7B75-93A3E2FE6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4D036F-B185-BD21-69C7-DA9B05C7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42004F-B537-4E6D-8F89-676D0054A82B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8CDCF1-14CA-4763-9B8F-A118B4783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A6F392-DEEE-FAB3-F6AB-A64CD0442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481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276E39-CCB4-14DF-9D17-3122AA98370C}"/>
              </a:ext>
            </a:extLst>
          </p:cNvPr>
          <p:cNvSpPr txBox="1"/>
          <p:nvPr/>
        </p:nvSpPr>
        <p:spPr>
          <a:xfrm>
            <a:off x="1696329" y="301490"/>
            <a:ext cx="8799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ГАПОУ «Казанский авиационно-технический колледж им. П.В. Дементьева»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B565F-F4D1-BC5D-694C-4902959B097D}"/>
              </a:ext>
            </a:extLst>
          </p:cNvPr>
          <p:cNvSpPr txBox="1">
            <a:spLocks/>
          </p:cNvSpPr>
          <p:nvPr/>
        </p:nvSpPr>
        <p:spPr>
          <a:xfrm>
            <a:off x="2639997" y="795310"/>
            <a:ext cx="6912006" cy="9624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3912C96C-83CA-2A7D-87A5-46F1DBAF632A}"/>
              </a:ext>
            </a:extLst>
          </p:cNvPr>
          <p:cNvSpPr txBox="1">
            <a:spLocks/>
          </p:cNvSpPr>
          <p:nvPr/>
        </p:nvSpPr>
        <p:spPr>
          <a:xfrm>
            <a:off x="1477579" y="2212230"/>
            <a:ext cx="10266745" cy="2459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Тема: </a:t>
            </a:r>
            <a:r>
              <a:rPr lang="ru-RU" dirty="0">
                <a:solidFill>
                  <a:srgbClr val="FFFFFF"/>
                </a:solidFill>
                <a:effectLst/>
                <a:latin typeface="Helvetica Neue" panose="02000503000000020004" pitchFamily="2" charset="0"/>
              </a:rPr>
              <a:t>Цель: Проектирование и разработка мобильного приложения «Обучающий контент»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D996044-0B2E-5273-D107-258FCA9CB6DA}"/>
              </a:ext>
            </a:extLst>
          </p:cNvPr>
          <p:cNvSpPr/>
          <p:nvPr/>
        </p:nvSpPr>
        <p:spPr>
          <a:xfrm>
            <a:off x="5198157" y="6387233"/>
            <a:ext cx="179568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Казань, 2025 год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C7CE191D-0FC9-7CF3-80A8-121B0CE82AA9}"/>
              </a:ext>
            </a:extLst>
          </p:cNvPr>
          <p:cNvSpPr txBox="1">
            <a:spLocks/>
          </p:cNvSpPr>
          <p:nvPr/>
        </p:nvSpPr>
        <p:spPr>
          <a:xfrm>
            <a:off x="8968966" y="5405541"/>
            <a:ext cx="3223034" cy="132024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21И1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Случаев М. К.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Мавлекеева</a:t>
            </a: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Л.И.</a:t>
            </a:r>
          </a:p>
        </p:txBody>
      </p:sp>
    </p:spTree>
    <p:extLst>
      <p:ext uri="{BB962C8B-B14F-4D97-AF65-F5344CB8AC3E}">
        <p14:creationId xmlns:p14="http://schemas.microsoft.com/office/powerpoint/2010/main" val="3635597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9E1B1E2B-903E-8A99-DAA4-D741606721FA}"/>
              </a:ext>
            </a:extLst>
          </p:cNvPr>
          <p:cNvSpPr txBox="1">
            <a:spLocks/>
          </p:cNvSpPr>
          <p:nvPr/>
        </p:nvSpPr>
        <p:spPr>
          <a:xfrm>
            <a:off x="4838330" y="159797"/>
            <a:ext cx="2515340" cy="12195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00B86BB6-3ED3-99BE-7C41-E63408B275B1}"/>
              </a:ext>
            </a:extLst>
          </p:cNvPr>
          <p:cNvSpPr txBox="1">
            <a:spLocks/>
          </p:cNvSpPr>
          <p:nvPr/>
        </p:nvSpPr>
        <p:spPr>
          <a:xfrm>
            <a:off x="290004" y="2191476"/>
            <a:ext cx="5805996" cy="43069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Целью работы является проектировка и разработка приложения, позволяющего удобный доступ к лекционным материалам</a:t>
            </a:r>
          </a:p>
        </p:txBody>
      </p:sp>
      <p:pic>
        <p:nvPicPr>
          <p:cNvPr id="9" name="Picture 4" descr="Picture background">
            <a:extLst>
              <a:ext uri="{FF2B5EF4-FFF2-40B4-BE49-F238E27FC236}">
                <a16:creationId xmlns:a16="http://schemas.microsoft.com/office/drawing/2014/main" id="{B86382D4-FAE9-71EC-F6BE-EDE15B5C7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390" y="1873593"/>
            <a:ext cx="6048606" cy="3834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5215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enerated image">
            <a:extLst>
              <a:ext uri="{FF2B5EF4-FFF2-40B4-BE49-F238E27FC236}">
                <a16:creationId xmlns:a16="http://schemas.microsoft.com/office/drawing/2014/main" id="{D623D85A-8AF6-013B-AC56-3DCDC7D36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3F8E2FD-18FF-7E6C-E58D-59D0062EE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209" y="18255"/>
            <a:ext cx="2588581" cy="1325563"/>
          </a:xfrm>
        </p:spPr>
        <p:txBody>
          <a:bodyPr>
            <a:norm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D7A71C77-14B5-7F7D-3436-21FC8943E527}"/>
              </a:ext>
            </a:extLst>
          </p:cNvPr>
          <p:cNvSpPr txBox="1">
            <a:spLocks/>
          </p:cNvSpPr>
          <p:nvPr/>
        </p:nvSpPr>
        <p:spPr>
          <a:xfrm>
            <a:off x="2200277" y="1785937"/>
            <a:ext cx="7742714" cy="30575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Проектировка и разработка базы данных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интерфейса приложения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приложения и самого приложения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Написание </a:t>
            </a: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UNIT </a:t>
            </a: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тестов</a:t>
            </a:r>
          </a:p>
        </p:txBody>
      </p:sp>
    </p:spTree>
    <p:extLst>
      <p:ext uri="{BB962C8B-B14F-4D97-AF65-F5344CB8AC3E}">
        <p14:creationId xmlns:p14="http://schemas.microsoft.com/office/powerpoint/2010/main" val="1466509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820131-1CC1-64F4-C690-7D72A3376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Структура компании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CAC9B26-C990-938C-D95B-DDEDBECF1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169" y="1544406"/>
            <a:ext cx="6773661" cy="494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22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690776-3DA5-643B-E7FE-8200D3AFE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85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Диаграмма прецедентов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E12AE0B-DC57-6812-5E30-5A55266E2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482" y="1345848"/>
            <a:ext cx="8155036" cy="514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13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3FA18CB-8745-AD15-6BE8-09F74090D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Диаграмма последовательности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5ECD47B-F95B-C816-E6A6-9701F516D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907" y="1057065"/>
            <a:ext cx="10342186" cy="560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75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ACBC45-A458-010F-0A38-C304A3D33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Презентация_2">
            <a:hlinkClick r:id="" action="ppaction://media"/>
            <a:extLst>
              <a:ext uri="{FF2B5EF4-FFF2-40B4-BE49-F238E27FC236}">
                <a16:creationId xmlns:a16="http://schemas.microsoft.com/office/drawing/2014/main" id="{1236A7D0-EE42-D2DD-8C0A-29F66EA3C86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149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828"/>
    </mc:Choice>
    <mc:Fallback xmlns="">
      <p:transition spd="slow" advTm="788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840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E8B07-26C4-11DA-8AF5-306E9855E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generated image">
            <a:extLst>
              <a:ext uri="{FF2B5EF4-FFF2-40B4-BE49-F238E27FC236}">
                <a16:creationId xmlns:a16="http://schemas.microsoft.com/office/drawing/2014/main" id="{14CBE655-3910-25EA-C468-207784600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700"/>
            <a:ext cx="12192000" cy="683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0995D4B-69E8-D2E9-419F-B8F4BDC6BCF1}"/>
              </a:ext>
            </a:extLst>
          </p:cNvPr>
          <p:cNvSpPr txBox="1"/>
          <p:nvPr/>
        </p:nvSpPr>
        <p:spPr>
          <a:xfrm>
            <a:off x="481263" y="1305342"/>
            <a:ext cx="505326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57188382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94</Words>
  <Application>Microsoft Office PowerPoint</Application>
  <PresentationFormat>Широкоэкранный</PresentationFormat>
  <Paragraphs>20</Paragraphs>
  <Slides>8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Helvetica Neue</vt:lpstr>
      <vt:lpstr>Times New Roman</vt:lpstr>
      <vt:lpstr>Тема Office</vt:lpstr>
      <vt:lpstr>Презентация PowerPoint</vt:lpstr>
      <vt:lpstr>Презентация PowerPoint</vt:lpstr>
      <vt:lpstr>Задачи</vt:lpstr>
      <vt:lpstr>Структура компании</vt:lpstr>
      <vt:lpstr>Диаграмма прецедентов</vt:lpstr>
      <vt:lpstr>Диаграмма последовательности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Maxim</dc:creator>
  <cp:lastModifiedBy>Maxim</cp:lastModifiedBy>
  <cp:revision>20</cp:revision>
  <dcterms:created xsi:type="dcterms:W3CDTF">2024-11-26T16:25:34Z</dcterms:created>
  <dcterms:modified xsi:type="dcterms:W3CDTF">2025-05-20T15:52:04Z</dcterms:modified>
</cp:coreProperties>
</file>