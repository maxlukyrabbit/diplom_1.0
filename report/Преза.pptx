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66" r:id="rId4"/>
    <p:sldId id="276" r:id="rId5"/>
    <p:sldId id="268" r:id="rId6"/>
    <p:sldId id="275" r:id="rId7"/>
    <p:sldId id="280" r:id="rId8"/>
    <p:sldId id="281" r:id="rId9"/>
    <p:sldId id="279" r:id="rId10"/>
    <p:sldId id="263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B1836"/>
    <a:srgbClr val="2C1837"/>
    <a:srgbClr val="1C1E22"/>
    <a:srgbClr val="16242B"/>
    <a:srgbClr val="18281D"/>
    <a:srgbClr val="17262C"/>
    <a:srgbClr val="17252B"/>
    <a:srgbClr val="000000"/>
    <a:srgbClr val="8A8A8A"/>
    <a:srgbClr val="6262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9"/>
  </p:normalViewPr>
  <p:slideViewPr>
    <p:cSldViewPr snapToGrid="0">
      <p:cViewPr>
        <p:scale>
          <a:sx n="75" d="100"/>
          <a:sy n="75" d="100"/>
        </p:scale>
        <p:origin x="1914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3T13:13:58.923"/>
    </inkml:context>
    <inkml:brush xml:id="br0">
      <inkml:brushProperty name="width" value="0.35" units="cm"/>
      <inkml:brushProperty name="height" value="0.35" units="cm"/>
      <inkml:brushProperty name="color" value="#17252B"/>
    </inkml:brush>
  </inkml:definitions>
  <inkml:trace contextRef="#ctx0" brushRef="#br0">3226 365 24575,'-16'1'0,"1"0"0,-1 1 0,0 1 0,0 1 0,1 0 0,-24 10 0,2-1 0,18-8 0,-1-1 0,0 0 0,-26 0 0,-34 7 0,53-7 0,-1-1 0,-44 0 0,44-3 0,1 1 0,-46 8 0,6 1 0,0-3 0,-1-3 0,-103-6 0,41-1 0,-744 3 0,1020 3 0,162-7 0,-267-1 0,58-16 0,-67 13 0,0 1 0,1 1 0,37 0 0,-69 6 0,45-1 0,0-1 0,58-10 0,-51 7 0,-44 5 0,0 0 0,0-1 0,-1 1 0,1-2 0,0 1 0,-1-1 0,1-1 0,-1 1 0,0-2 0,10-4 0,-22 7 0,0-1 0,0 0 0,0 1 0,0 0 0,0 0 0,-1 0 0,1 1 0,0-1 0,-6 1 0,-51 1 0,-1 3 0,-62 12 0,85-11 0,18-2 0,0 0 0,1 0 0,-1 2 0,-21 8 0,18-5 0,-1-1 0,0-1 0,-36 4 0,-20 4 0,52-9 0,0-2 0,-44 1 0,44-4 0,0 2 0,-47 9 0,30-4 0,-1-2 0,0-2 0,-93-5 0,34-1 0,50 4 0,8 0 0,-86-9 0,120 6 0,-1-1 0,1-1 0,-1 0 0,1 0 0,1-2 0,-1 1 0,1-2 0,0 0 0,0-1 0,-14-10 0,-2-3 0,-1 2 0,-2 0 0,0 3 0,0 0 0,-46-14 0,44 20 0,0 1 0,-39-6 0,70 15 0,1 1 0,-1-1 0,0 1 0,0 0 0,1-1 0,-1 1 0,0 0 0,1 0 0,-1 1 0,1-1 0,-1 1 0,1-1 0,0 1 0,0 0 0,-1 0 0,1 0 0,1 0 0,-1 0 0,0 0 0,0 0 0,1 1 0,-1-1 0,1 1 0,0-1 0,0 1 0,-2 4 0,-4 11 0,0 0 0,-6 29 0,12-47 0,-3 27 0,0 0 0,2 1 0,1-1 0,3 49 0,0-37 0,-3 48 0,0-81 0,-1 0 0,1 0 0,-1 0 0,-1 0 0,1 0 0,-1 0 0,0 0 0,0-1 0,0 1 0,-1-1 0,0 0 0,0 0 0,0 0 0,-9 7 0,7-7 0,1 0 0,0 0 0,0 0 0,1 1 0,0 0 0,0 0 0,0 0 0,1 1 0,0-1 0,-3 10 0,3-6 0,1 1 0,-2-1 0,0 0 0,0 1 0,0-2 0,-1 1 0,-1 0 0,-12 16 0,17-26 0,1 1 0,-1-1 0,1 1 0,0-1 0,-1 1 0,1-1 0,-1 1 0,1-1 0,0 1 0,0-1 0,-1 1 0,1 0 0,0-1 0,0 1 0,0 0 0,-1-1 0,1 1 0,0-1 0,0 1 0,0 0 0,0-1 0,0 1 0,0 0 0,1-1 0,-1 1 0,0 0 0,0-1 0,0 1 0,0-1 0,1 2 0,19 11 0,30-3 0,-50-10 0,65 6 0,-34-4 0,49 10 0,-33-5 0,0-2 0,0-1 0,92-7 0,-32 0 0,-79 1 0,0-1 0,0-1 0,49-14 0,-49 10 0,1 2 0,1 0 0,38-1 0,-49 6 0,0-2 0,27-6 0,31-3 0,9-2 0,-63 9 0,2 1 0,25-1 0,11 5 0,-15 0 0,1-2 0,64-11 0,101-14 0,-175 20 0,138-31 0,-75 14 0,149-15 0,-228 36 0,150-33 0,-100 19 0,-51 15 0,-34 13 0,-34 11 0,14-12 0,-1-1 0,-47 6 0,-21 5 0,34-3 0,-103 11 0,92-17 0,-55 3 0,-4-1-250,-2 0-118,-31 0 368,-14 1 0,-441-15-1187,609 1 1211,0-1-1,1-1 0,-1-1 1,1 0-1,0-1 1,-32-12-1,48 16 8,1 0 1,0 0-1,-1 0 1,1 0-1,0-1 0,-1 1 1,1 0-1,0 0 1,-1 0-1,1 0 0,0-1 1,-1 1-1,1 0 0,0 0 1,-1-1-1,1 1 1,0 0-1,0 0 0,0-1 1,-1 1-1,1 0 1,0-1-1,0 1 0,0 0 1,0-1-1,-1 1 1,1-1-1,0 1 0,0 0 1,0-1-1,0 1 0,0 0 1,0-1-1,0 1 1,0-1-1,0 1 0,0 0 1,0-1-1,0 1 1,1 0-1,-1-1 0,17-13 372,38-7-580,-45 17 274,42-13-97,-31 11 0,-1-1 0,0-1 0,22-13 0,-23 12 0,-1 1 0,1 1 0,38-10 0,-40 13 0,0-1 0,0-1 0,0 0 0,-1-1 0,28-16 0,-43 22 0,22-19 0,-23 18 0,0 0 0,1 1 0,-1-1 0,0 0 0,0 1 0,0-1 0,0 0 0,-1 1 0,1-1 0,0 0 0,-1 1 0,1-1 0,-1 1 0,0-1 0,1 1 0,-2-3 0,-3-9 0,2-1 0,0 1 0,0-1 0,1 0 0,1 1 0,0-1 0,1 0 0,1 0 0,0 0 0,0 1 0,7-26 0,-5 23 0,-3 15 0,1-1 0,-1 0 0,0 0 0,-1 1 0,1-1 0,0 0 0,0 0 0,-1 1 0,1-1 0,-1 0 0,1 1 0,-1-1 0,0 1 0,0-1 0,0 1 0,0-1 0,0 1 0,0-1 0,0 1 0,0 0 0,0 0 0,-1-1 0,1 1 0,0 0 0,-1 0 0,1 0 0,-1 1 0,1-1 0,-1 0 0,1 0 0,-1 1 0,0-1 0,1 1 0,-1 0 0,0-1 0,0 1 0,1 0 0,-3 0 0,-12-2 0,1 1 0,-1 1 0,-22 2 0,20-1 0,-101-1 0,-56 4 0,162-3 0,1 1 0,0 0 0,0 1 0,0 0 0,0 1 0,0 0 0,1 1 0,0 0 0,-19 12 0,30-17 0,0 0 0,0 0 0,-1 0 0,1 0 0,0 0 0,0 1 0,0-1 0,0 0 0,0 0 0,0 0 0,0 0 0,0 0 0,-1 0 0,1 1 0,0-1 0,0 0 0,0 0 0,0 0 0,0 0 0,0 0 0,0 1 0,0-1 0,0 0 0,0 0 0,0 0 0,0 0 0,0 1 0,0-1 0,0 0 0,0 0 0,0 0 0,0 0 0,0 1 0,0-1 0,0 0 0,1 0 0,-1 0 0,0 0 0,0 0 0,0 0 0,0 1 0,0-1 0,0 0 0,0 0 0,0 0 0,1 0 0,-1 0 0,0 0 0,0 0 0,0 0 0,0 0 0,0 1 0,1-1 0,-1 0 0,0 0 0,0 0 0,0 0 0,0 0 0,1 0 0,-1 0 0,0 0 0,0 0 0,0 0 0,0 0 0,1 0 0,21 2 0,29-2 0,-49 0 0,21-3 0,0 0 0,25-6 0,-25 3 0,-1 2 0,32-2 0,649 5 0,-339 3 0,-256-4 0,121 5 0,-134 9 0,-53-5 0,58 1 0,-24-3 0,-1 4 0,96 22 0,-159-28 0,38 8 0,61 9 0,109 7 0,-197-24 0,0 2 0,43 15 0,6 2 0,-68-21 0,0 0 0,0 0 0,0 0 0,0 0 0,0 1 0,0 0 0,0-1 0,-1 1 0,1 1 0,-1-1 0,1 1 0,-1-1 0,0 1 0,0 0 0,0 0 0,0 0 0,-1 1 0,5 5 0,-6-6 0,0 0 0,-1 1 0,1-1 0,-1 0 0,1 0 0,-1 0 0,0 1 0,0-1 0,0 0 0,-1 0 0,1 0 0,-1 1 0,0-1 0,0 0 0,0 0 0,0 0 0,0 0 0,-1 0 0,1-1 0,-1 1 0,0 0 0,0-1 0,0 1 0,-4 4 0,-264 350 0,263-349 0,-1 1 0,0-2 0,0 1 0,-1-1 0,0 0 0,0-1 0,0 0 0,-1 0 0,0-1 0,-13 5 0,6-2 0,1 1 0,-25 16 0,22-14 0,16-9 0,1-1 0,-1 0 0,0 1 0,1-1 0,-1 1 0,1 0 0,-1-1 0,1 1 0,0 1 0,0-1 0,0 0 0,0 0 0,-2 5 0,4-7 0,0 1 0,0 0 0,0 0 0,0-1 0,1 1 0,-1 0 0,0-1 0,0 1 0,1 0 0,-1-1 0,0 1 0,1-1 0,-1 1 0,1 0 0,-1-1 0,1 1 0,-1-1 0,1 1 0,-1-1 0,1 0 0,0 1 0,-1-1 0,1 0 0,0 1 0,-1-1 0,1 0 0,0 0 0,-1 1 0,1-1 0,0 0 0,0 0 0,-1 0 0,1 0 0,0 0 0,0 0 0,32 3 0,-30-3 0,20-1 0,0-1 0,0-1 0,0-1 0,-1-2 0,1 0 0,-1-1 0,-1-1 0,26-13 0,-7 4 0,43-12 0,-62 24 0,-1-2 0,1 0 0,-1-1 0,-1-2 0,1 0 0,-1-1 0,-1 0 0,0-2 0,-1 0 0,28-28 0,-41 34 0,0 0 0,0 0 0,0-1 0,-1 0 0,0 1 0,0-1 0,-1-1 0,0 1 0,0 0 0,-1 0 0,0-1 0,-1-10 0,0-17 0,-6-51 0,5 86 0,0-10 0,0 0 0,-2 1 0,1-1 0,-1 1 0,-1-1 0,0 1 0,0 0 0,-1 0 0,0 1 0,-1 0 0,-9-13 0,7 11 0,1-1 0,0 0 0,-11-25 0,14 25 0,-2 0 0,0 0 0,-1 1 0,0 0 0,-8-11 0,8 14 0,0 1 0,0 0 0,-1 0 0,0 1 0,0 0 0,-1 0 0,0 1 0,0 0 0,0 1 0,-15-6 0,8 5 0,-1 2 0,1 0 0,-1 0 0,0 2 0,-26 0 0,17 0 0,0-1 0,-30-7 0,29 4 0,-51-3 0,-109 11 0,-133-6 0,280-2-46,-66-16 0,72 12-112,1 2 0,-70-5 0,59 9 158,1-2 0,-46-11 0,-45-6 0,73 13 160,-115-31 1,38 6 84,136 33-245,0 1 0,0 0 0,0-1 0,0 1 0,0-1 0,0 0 0,1 1 0,-1-1 0,0 0 0,0 0 0,1 0 0,-1 0 0,-1-2 0,2 2 0,1 1 0,0-1 0,0 1 0,-1-1 0,1 1 0,0-1 0,0 1 0,0 0 0,0-1 0,0 1 0,0-1 0,0 1 0,0-1 0,0 1 0,0-1 0,0 1 0,0-1 0,0 1 0,0-1 0,1 1 0,-1 0 0,0-1 0,0 1 0,0-1 0,1 1 0,-1-1 0,0 1 0,1 0 0,-1-1 0,0 1 0,1 0 0,0-1 0,2-2 0,1 0 0,0 1 0,0 0 0,0 0 0,0 0 0,0 0 0,0 0 0,0 1 0,10-2 0,38-3 0,0 2 0,105 6 0,-44 1 0,-76-5 0,60-10 0,-59 6 0,57-2 0,41-5 0,-91 7 0,47-1 0,840 8-99,-931-1 100,-1 0 1,0 0-1,0 0 0,0 0 1,0 0-1,0 0 0,0 0 1,0 0-1,1 0 0,-1 0 1,0 0-1,0 0 0,0 0 1,0 0-1,0 0 0,0 1 1,0-1-1,0 0 0,1 0 1,-1 0-1,0 0 0,0 0 1,0 0-1,0 0 0,0 0 1,0 0-1,0 1 0,0-1 1,0 0-1,0 0 0,0 0 1,0 0-1,0 0 0,0 0 1,0 0-1,0 0 0,0 1 1,0-1-1,0 0 0,0 0 1,0 0-1,0 0 0,0 0 1,0 0-1,0 1 0,0-1 1,0 0-1,0 0 0,0 0 1,0 0-1,0 0 0,0 0 1,0 0-1,0 0 0,0 0 1,0 1-1,-1-1 0,1 0 1,0 0-1,0 0 0,0 0 1,0 0-1,0 0 0,0 0 1,0 0-1,0 0 0,-1 0 1,1 0-1,0 0 0,-13 12 14,-16 8-24,14-12 9,1-1 0,-1-1 0,-1 0 0,1-1 0,-1-1 0,-29 4 0,-115 19 0,82-17 0,34-3 0,-46 1 0,54-6 0,-42 9 0,44-5 0,-45 1 0,442-8 0,-508 3 0,-162-5 0,24-38-1099,34 3 239,-28-8 860,155 22 0,-141-12 0,93 10 0,112 15 0,-108-6 0,-76-1-379,85-5 1897,154 22-1477,0 0 1,0 1-1,0-1 1,0 1-1,0 0 1,0 0-1,0 0 1,0 0-1,0 0 1,0 1-1,0-1 0,0 1 1,0 0-1,0 0 1,0 0-1,0 0 1,1 1-1,-4 1 1,3 0-40,1-1-1,0 1 1,0-1 0,0 1 0,1 0 0,-1 0-1,1 0 1,-1 0 0,1 0 0,0 0 0,0 0-1,0 1 1,1-1 0,-1 0 0,1 1 0,0-1-1,0 4 1,0 5-2,1 1 0,0 0 0,1-1 0,0 1 0,1-1 0,0 1 0,1-1 0,9 19 0,4 13 0,-14-34 0,-1 0 0,0 1 0,0-1 0,-1 0 0,0 0 0,-1 1 0,0-1 0,-2 16 0,-4 7 0,-13 43 0,12-51 0,1-1 0,1 1 0,-4 42 0,9-38 0,-2-12 0,1-1 0,1 0 0,0 1 0,1-1 0,1 0 0,1 1 0,0-1 0,1 0 0,1-1 0,12 29 0,12 23 0,-25-54 0,1-1 0,0 0 0,1 0 0,8 12 0,-11-20 0,0 0 0,0 0 0,1 0 0,0-1 0,0 1 0,0-1 0,0 0 0,1 0 0,-1 0 0,1-1 0,-1 1 0,1-1 0,0 0 0,6 1 0,27 6 0,0-1 0,0-3 0,0 0 0,73-3 0,-91-1 0,0 1 0,36 8 0,33 3 0,-66-12 0,46 11 0,-45-7 0,-1-1 0,27 1 0,-8-5 0,21 1 0,88 13 0,93 13 0,-44 0 0,-105-18 0,1-4 0,102-7 0,-46-1 0,434 3 0,-543-2 0,55-9 0,-54 4 0,58 0 0,453 8 0,-536-2 0,1-1 0,35-9 0,-34 7 0,0 0 0,27-2 0,43-6 0,-67 7 0,46-4 0,-11 8 0,-11 1 0,0-2 0,57-10 0,-39 3 0,-1 4 0,1 2 0,68 6 0,-9 0 0,298-3 0,-416 0 0,0-1 0,1 0 0,-1-1 0,0 0 0,11-4 0,-17 6 0,0 0 0,0-1 0,-1 1 0,1 0 0,0-1 0,0 1 0,0-1 0,0 1 0,-1-1 0,1 0 0,0 1 0,-1-1 0,1 0 0,0 1 0,-1-1 0,1 0 0,-1 0 0,1 0 0,-1 1 0,1-3 0,-1 2 0,-1 0 0,1 0 0,0 0 0,-1 0 0,1 0 0,-1 0 0,1 0 0,-1 0 0,0 0 0,1 0 0,-1 0 0,0 1 0,0-1 0,0 0 0,1 0 0,-1 1 0,0-1 0,0 1 0,0-1 0,0 1 0,0-1 0,0 1 0,-2-1 0,-24-11 0,-1 2 0,0 1 0,-45-9 0,-10-3 0,45 11 0,-48-5 0,25 5 0,-3-1 0,18 4 0,-61-18 0,76 17 0,0 2 0,-60-5 0,2 1 0,-30-11-222,29 4-328,-164-9 0,178 20 672,1-2 0,-80-21 1,113 21-43,-21-10-1209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0:14.154"/>
    </inkml:context>
    <inkml:brush xml:id="br0">
      <inkml:brushProperty name="width" value="0.35" units="cm"/>
      <inkml:brushProperty name="height" value="0.35" units="cm"/>
      <inkml:brushProperty name="color" value="#1D2023"/>
    </inkml:brush>
  </inkml:definitions>
  <inkml:trace contextRef="#ctx0" brushRef="#br0">376 284 24575,'0'-26'0,"0"4"0,0 11 0,0 2 0,0-3 0,0 1 0,0-1 0,0 2 0,-2 1 0,-3 0 0,-4-2 0,-2-3 0,-1-2 0,1 1 0,3 3 0,0 3 0,3 2 0,-1-5 0,2 2 0,-2-4 0,-1 3 0,1 2 0,-2 3 0,0 2 0,-3 2 0,-1 2 0,-3 0 0,0 0 0,0 0 0,0 0 0,1 0 0,4 1 0,4 3 0,-3 1 0,1-1 0,-2-3 0,-1-1 0,5 2 0,0 9 0,3 0 0,2 6 0,1-5 0,0-1 0,0-3 0,0 1 0,2 0 0,0 1 0,5-1 0,-4 0 0,3 0 0,-3 1 0,-1 1 0,-1-1 0,-1-1 0,0-1 0,3 2 0,-2-3 0,3 6 0,-4-4 0,0 6 0,0-2 0,0 0 0,0-1 0,0-1 0,0 1 0,0 1 0,0 0 0,0-1 0,0 1 0,0-1 0,0 2 0,0 1 0,0 1 0,0 3 0,0-1 0,0 0 0,0 0 0,0-2 0,0-3 0,0-2 0,0-2 0,-9-2 0,3-3 0,-7-1 0,4-3 0,-2 0 0,0 0 0,2 0 0,-1 0 0,3-2 0,-4-2 0,5-3 0,-2 0 0,5-1 0,-1 0 0,0-3 0,2 2 0,-1-3 0,3 1 0,0 0 0,-1 0 0,1 0 0,2 1 0,1 0 0,3 0 0,2 1 0,1-1 0,-1 1 0,-1 1 0,-2 0 0,0 0 0,-1 1 0,1-2 0,1 2 0,-2-2 0,-1 1 0,-1-6 0,-2 5 0,0-3 0,0 5 0,0-2 0,0-3 0,0-1 0,0 0 0,0 2 0,0 1 0,0 1 0,0-1 0,0-1 0,0 2 0,-2-1 0,0 0 0,-2 4 0,0-4 0,-2 2 0,3-2 0,-1 2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0:22.237"/>
    </inkml:context>
    <inkml:brush xml:id="br0">
      <inkml:brushProperty name="width" value="0.35" units="cm"/>
      <inkml:brushProperty name="height" value="0.35" units="cm"/>
      <inkml:brushProperty name="color" value="#1D2023"/>
    </inkml:brush>
  </inkml:definitions>
  <inkml:trace contextRef="#ctx0" brushRef="#br0">170 0 24575,'-27'2'0,"5"2"0,15 0 0,1 2 0,-3 2 0,2-5 0,-2 3 0,0-6 0,-2 0 0,-1 0 0,0 0 0,1 0 0,1 0 0,0 0 0,2 0 0,21 19 0,-8-10 0,16 15 0,-15-15 0,-2 0 0,1-1 0,2 0 0,1-2 0,2 1 0,0-1 0,1 2 0,2 2 0,0 1 0,0 1 0,0 1 0,-3-1 0,-3-2 0,0-2 0,-3 0 0,2 3 0,-5-2 0,5 4 0,-3 0 0,1 1 0,2 0 0,-2-2 0,1-5 0,0 1 0,-1 1 0,0 0 0,1 2 0,-1-2 0,0 0 0,2 0 0,-2 0 0,2 2 0,-1 3 0,-1-1 0,1 2 0,-3-1 0,0-1 0,-2 0 0,0 0 0,0-2 0,0 0 0,0 0 0,0 2 0,0-1 0,-1-2 0,-1-3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A154B7-CB4E-DAC7-DFFA-DA8F3C11E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CC77B81-9A2B-E0FE-9890-474969117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4D5AB23-2F4D-BA3F-D5B1-06B273451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9C65C9-F695-E290-EF67-527BAC47A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9D884A-41A7-4325-2861-DDAAD97CC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8309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861A17-5FC5-6DA3-AA48-DC540A52B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ED8FB1-F81C-92A9-69A7-BD46E67C7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5C9D7E-2D35-709F-38C1-F85122CEB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F4F41E1-8CF2-8721-FBE1-3E00B402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B22C9A-5635-A28D-D0B8-02A23460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1102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2D8EEC-D116-D43B-2D7C-621074030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935293F-A49C-1612-8AE9-D0BB11B9C6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68E3DB-2ECE-629B-C774-58CF71124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09770F3-E248-5337-0557-2C397A13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CD1364C-762A-FEA3-C3DB-8DDDF7CDB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61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12E495-53E4-08B7-F51B-1A307F16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E78858-5A2A-480E-448D-81CDF3C300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FBCF21B-79D5-28F7-5BE2-7AFB76052F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9A96B6C-BC6A-EF51-9402-2DC15AA61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71BBFF-F7B0-2122-9CD8-C41D49DB9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3C74306-28DC-79A2-B711-F7B32F638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3961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D89D09-DEC8-E670-B7AB-49E65C4CA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AEE71A-500C-18EB-BDF0-C52E4E627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FA8C8FF-D454-BB76-5427-B2FEF54DB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6E22CCA-9509-4443-69C0-057BDD646B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3BE2CF9-FEE2-BC3B-625B-09A026FBB5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5E5D005-2DF6-4AB6-3000-E73B63C34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A2E8030-20CA-09CF-1DBE-FB82A4CF2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8DD5C5D-DCE9-C5D1-37D8-41C07272F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9022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955DC3-E5E8-9A90-2885-16A92A5CA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02B77E8-B056-0D96-0047-3835E65E1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F043464-3265-611C-68B9-1BED8597D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A4AEFBF-19E8-5D60-70E4-AAFEB0052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022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37B5074-B811-3B23-617D-24265DEB2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457CCE6-828F-5009-8A55-D3388662C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DCF5A45-8D7C-94D3-6438-D142E3DD0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5996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FBA89A-8148-3FCC-54F0-B43B7FEA9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3BDA8-71C4-3203-B075-4032782D5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3FA98FA-96C6-6EAC-6878-4DEF91D70D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35603E-CAB2-A602-1E43-595971FC9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6590C5A-429A-B7E5-C628-46E9B9C31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EC7EE50-3988-AA83-CD13-E5B843C73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3005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5D52B8-3C80-4F33-2F58-B2C2BEDF1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F342A5F-2C61-F6A4-1208-C5F0875D3F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DA7F17B-506E-DE80-5455-2E5D1828E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195204B-5277-E998-8E6B-4B98D4121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E67B86D-EB89-2FED-BB29-2A10D4D26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5FE4F10-F22A-FBB0-E6D0-F29FCCE18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3594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437D85-B5A2-9AD5-B565-1EFC2DCAB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486DFDB-6713-CA75-9401-8D99635188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EBAF99-8323-D8C9-18CD-75FF54472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762398-A63E-4FA9-462C-20E92A371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6C353FC-6B8F-EBBD-939A-84A495DE8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4228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300F509-E55C-FB0C-32A0-292B13B34D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950A2E-0839-37A0-B202-6DDAE7DA5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1E86FD-CF54-FAF2-17B0-689661DCD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4C8188-0BA7-F45C-3CB5-3FC950E68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41EDE8-57CF-4EE5-16E4-1FB141170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3985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3F58D2-70D1-6B6E-E333-D4127965F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A418C81-C05C-BBAC-7B75-93A3E2FE61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64D036F-B185-BD21-69C7-DA9B05C712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8CDCF1-14CA-4763-9B8F-A118B4783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A6F392-DEEE-FAB3-F6AB-A64CD0442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4817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image" Target="../media/image5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customXml" Target="../ink/ink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276E39-CCB4-14DF-9D17-3122AA98370C}"/>
              </a:ext>
            </a:extLst>
          </p:cNvPr>
          <p:cNvSpPr txBox="1"/>
          <p:nvPr/>
        </p:nvSpPr>
        <p:spPr>
          <a:xfrm>
            <a:off x="1696329" y="301490"/>
            <a:ext cx="8799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ГАПОУ «Казанский авиационно-технический колледж им. П.В. Дементьева»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BB565F-F4D1-BC5D-694C-4902959B097D}"/>
              </a:ext>
            </a:extLst>
          </p:cNvPr>
          <p:cNvSpPr txBox="1">
            <a:spLocks/>
          </p:cNvSpPr>
          <p:nvPr/>
        </p:nvSpPr>
        <p:spPr>
          <a:xfrm>
            <a:off x="2639997" y="795310"/>
            <a:ext cx="6912006" cy="9624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Дипломный проект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3912C96C-83CA-2A7D-87A5-46F1DBAF632A}"/>
              </a:ext>
            </a:extLst>
          </p:cNvPr>
          <p:cNvSpPr txBox="1">
            <a:spLocks/>
          </p:cNvSpPr>
          <p:nvPr/>
        </p:nvSpPr>
        <p:spPr>
          <a:xfrm>
            <a:off x="1477579" y="2212230"/>
            <a:ext cx="10266745" cy="2459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Тема:</a:t>
            </a:r>
            <a:r>
              <a:rPr lang="ru-RU" dirty="0">
                <a:solidFill>
                  <a:srgbClr val="FFFFFF"/>
                </a:solidFill>
                <a:effectLst/>
                <a:latin typeface="Helvetica Neue" panose="02000503000000020004" pitchFamily="2" charset="0"/>
              </a:rPr>
              <a:t> Проектирование и разработка мобильного приложения «Обучающий контент»</a:t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D996044-0B2E-5273-D107-258FCA9CB6DA}"/>
              </a:ext>
            </a:extLst>
          </p:cNvPr>
          <p:cNvSpPr/>
          <p:nvPr/>
        </p:nvSpPr>
        <p:spPr>
          <a:xfrm>
            <a:off x="5198157" y="6387233"/>
            <a:ext cx="179568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г. Казань, 2025 год</a:t>
            </a:r>
          </a:p>
        </p:txBody>
      </p:sp>
      <p:sp>
        <p:nvSpPr>
          <p:cNvPr id="9" name="Подзаголовок 2">
            <a:extLst>
              <a:ext uri="{FF2B5EF4-FFF2-40B4-BE49-F238E27FC236}">
                <a16:creationId xmlns:a16="http://schemas.microsoft.com/office/drawing/2014/main" id="{C7CE191D-0FC9-7CF3-80A8-121B0CE82AA9}"/>
              </a:ext>
            </a:extLst>
          </p:cNvPr>
          <p:cNvSpPr txBox="1">
            <a:spLocks/>
          </p:cNvSpPr>
          <p:nvPr/>
        </p:nvSpPr>
        <p:spPr>
          <a:xfrm>
            <a:off x="8968966" y="5405541"/>
            <a:ext cx="3223034" cy="132024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 группы 21И1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Случаев М. К.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Мавлекеева</a:t>
            </a: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Л.И.</a:t>
            </a:r>
          </a:p>
        </p:txBody>
      </p:sp>
    </p:spTree>
    <p:extLst>
      <p:ext uri="{BB962C8B-B14F-4D97-AF65-F5344CB8AC3E}">
        <p14:creationId xmlns:p14="http://schemas.microsoft.com/office/powerpoint/2010/main" val="3635597321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9E1B1E2B-903E-8A99-DAA4-D741606721FA}"/>
              </a:ext>
            </a:extLst>
          </p:cNvPr>
          <p:cNvSpPr txBox="1">
            <a:spLocks/>
          </p:cNvSpPr>
          <p:nvPr/>
        </p:nvSpPr>
        <p:spPr>
          <a:xfrm>
            <a:off x="4838330" y="159797"/>
            <a:ext cx="2515340" cy="12195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00B86BB6-3ED3-99BE-7C41-E63408B275B1}"/>
              </a:ext>
            </a:extLst>
          </p:cNvPr>
          <p:cNvSpPr txBox="1">
            <a:spLocks/>
          </p:cNvSpPr>
          <p:nvPr/>
        </p:nvSpPr>
        <p:spPr>
          <a:xfrm>
            <a:off x="290004" y="2191476"/>
            <a:ext cx="5805996" cy="43069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Целью работы является проектировка и разработка приложения, предоставляющего удобный доступ к лекционным материалам</a:t>
            </a:r>
          </a:p>
        </p:txBody>
      </p:sp>
      <p:pic>
        <p:nvPicPr>
          <p:cNvPr id="9" name="Picture 4" descr="Picture background">
            <a:extLst>
              <a:ext uri="{FF2B5EF4-FFF2-40B4-BE49-F238E27FC236}">
                <a16:creationId xmlns:a16="http://schemas.microsoft.com/office/drawing/2014/main" id="{B86382D4-FAE9-71EC-F6BE-EDE15B5C7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406" y="1873593"/>
            <a:ext cx="5964589" cy="3781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521512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generated image">
            <a:extLst>
              <a:ext uri="{FF2B5EF4-FFF2-40B4-BE49-F238E27FC236}">
                <a16:creationId xmlns:a16="http://schemas.microsoft.com/office/drawing/2014/main" id="{D623D85A-8AF6-013B-AC56-3DCDC7D36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B3F8E2FD-18FF-7E6C-E58D-59D0062EE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209" y="18255"/>
            <a:ext cx="2588581" cy="1325563"/>
          </a:xfrm>
        </p:spPr>
        <p:txBody>
          <a:bodyPr>
            <a:norm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D7A71C77-14B5-7F7D-3436-21FC8943E527}"/>
              </a:ext>
            </a:extLst>
          </p:cNvPr>
          <p:cNvSpPr txBox="1">
            <a:spLocks/>
          </p:cNvSpPr>
          <p:nvPr/>
        </p:nvSpPr>
        <p:spPr>
          <a:xfrm>
            <a:off x="2200277" y="1785937"/>
            <a:ext cx="7742714" cy="30575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Проектировка и разработка базы данных</a:t>
            </a:r>
          </a:p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интерфейса приложения</a:t>
            </a:r>
          </a:p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API </a:t>
            </a: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приложения и самого приложения</a:t>
            </a:r>
          </a:p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Написание </a:t>
            </a: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UNIT </a:t>
            </a: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тестов</a:t>
            </a:r>
          </a:p>
        </p:txBody>
      </p:sp>
    </p:spTree>
    <p:extLst>
      <p:ext uri="{BB962C8B-B14F-4D97-AF65-F5344CB8AC3E}">
        <p14:creationId xmlns:p14="http://schemas.microsoft.com/office/powerpoint/2010/main" val="1466509840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690776-3DA5-643B-E7FE-8200D3AFE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85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Диаграмма прецедентов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4248650-E3BA-85AC-F0D0-B4B32AB84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054917"/>
            <a:ext cx="9810749" cy="562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11346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73FA18CB-8745-AD15-6BE8-09F74090D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Диаграмма последовательности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5ECD47B-F95B-C816-E6A6-9701F516D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907" y="1057065"/>
            <a:ext cx="10342186" cy="560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27531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8175950A-8564-DE11-D3C9-9378346A09F4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C1B7E69A-706B-D66A-FE7C-82376031571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2500"/>
            <a:stretch/>
          </p:blipFill>
          <p:spPr bwMode="auto">
            <a:xfrm>
              <a:off x="0" y="0"/>
              <a:ext cx="12192000" cy="685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6" name="Рукописный ввод 15">
                  <a:extLst>
                    <a:ext uri="{FF2B5EF4-FFF2-40B4-BE49-F238E27FC236}">
                      <a16:creationId xmlns:a16="http://schemas.microsoft.com/office/drawing/2014/main" id="{C9A154FC-18AC-740D-C830-F03083570C95}"/>
                    </a:ext>
                  </a:extLst>
                </p14:cNvPr>
                <p14:cNvContentPartPr/>
                <p14:nvPr/>
              </p14:nvContentPartPr>
              <p14:xfrm>
                <a:off x="7134660" y="2792655"/>
                <a:ext cx="1892160" cy="465480"/>
              </p14:xfrm>
            </p:contentPart>
          </mc:Choice>
          <mc:Fallback>
            <p:pic>
              <p:nvPicPr>
                <p:cNvPr id="16" name="Рукописный ввод 15">
                  <a:extLst>
                    <a:ext uri="{FF2B5EF4-FFF2-40B4-BE49-F238E27FC236}">
                      <a16:creationId xmlns:a16="http://schemas.microsoft.com/office/drawing/2014/main" id="{C9A154FC-18AC-740D-C830-F03083570C9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071660" y="2729606"/>
                  <a:ext cx="2017800" cy="591217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B0636F58-1526-D649-2F52-082A175ABDAD}"/>
                </a:ext>
              </a:extLst>
            </p:cNvPr>
            <p:cNvSpPr/>
            <p:nvPr/>
          </p:nvSpPr>
          <p:spPr>
            <a:xfrm>
              <a:off x="5646198" y="3799643"/>
              <a:ext cx="3897297" cy="1580225"/>
            </a:xfrm>
            <a:prstGeom prst="rect">
              <a:avLst/>
            </a:prstGeom>
            <a:solidFill>
              <a:srgbClr val="16242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E216ABF6-347D-3F01-00A1-AC7F1A46D905}"/>
                </a:ext>
              </a:extLst>
            </p:cNvPr>
            <p:cNvSpPr/>
            <p:nvPr/>
          </p:nvSpPr>
          <p:spPr>
            <a:xfrm>
              <a:off x="2069977" y="4563122"/>
              <a:ext cx="3897297" cy="969145"/>
            </a:xfrm>
            <a:prstGeom prst="rect">
              <a:avLst/>
            </a:prstGeom>
            <a:solidFill>
              <a:srgbClr val="16242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754AD98-8B55-61D9-0031-0A499685BFFE}"/>
              </a:ext>
            </a:extLst>
          </p:cNvPr>
          <p:cNvSpPr/>
          <p:nvPr/>
        </p:nvSpPr>
        <p:spPr>
          <a:xfrm>
            <a:off x="7358064" y="6088856"/>
            <a:ext cx="230980" cy="354807"/>
          </a:xfrm>
          <a:prstGeom prst="rect">
            <a:avLst/>
          </a:prstGeom>
          <a:solidFill>
            <a:srgbClr val="1C1E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212220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4A7D24-9464-13FE-9BD8-8F7EC33D9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D850F46-FE5F-2673-CD06-28A66C6DA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Рукописный ввод 3">
                <a:extLst>
                  <a:ext uri="{FF2B5EF4-FFF2-40B4-BE49-F238E27FC236}">
                    <a16:creationId xmlns:a16="http://schemas.microsoft.com/office/drawing/2014/main" id="{7AAEBCAA-7E67-0F1A-3E29-6A6A744730C9}"/>
                  </a:ext>
                </a:extLst>
              </p14:cNvPr>
              <p14:cNvContentPartPr/>
              <p14:nvPr/>
            </p14:nvContentPartPr>
            <p14:xfrm>
              <a:off x="7425564" y="105081"/>
              <a:ext cx="135720" cy="198000"/>
            </p14:xfrm>
          </p:contentPart>
        </mc:Choice>
        <mc:Fallback xmlns="">
          <p:pic>
            <p:nvPicPr>
              <p:cNvPr id="4" name="Рукописный ввод 3">
                <a:extLst>
                  <a:ext uri="{FF2B5EF4-FFF2-40B4-BE49-F238E27FC236}">
                    <a16:creationId xmlns:a16="http://schemas.microsoft.com/office/drawing/2014/main" id="{7AAEBCAA-7E67-0F1A-3E29-6A6A744730C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362564" y="42441"/>
                <a:ext cx="261360" cy="32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D2BDA2C5-0169-30A9-845A-5E50B6C8F09B}"/>
                  </a:ext>
                </a:extLst>
              </p14:cNvPr>
              <p14:cNvContentPartPr/>
              <p14:nvPr/>
            </p14:nvContentPartPr>
            <p14:xfrm>
              <a:off x="7429164" y="35961"/>
              <a:ext cx="99360" cy="208080"/>
            </p14:xfrm>
          </p:contentPart>
        </mc:Choice>
        <mc:Fallback xmlns=""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D2BDA2C5-0169-30A9-845A-5E50B6C8F09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66164" y="-27039"/>
                <a:ext cx="225000" cy="333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17025316-EA16-AC56-4DD6-EE7DD117BF7B}"/>
              </a:ext>
            </a:extLst>
          </p:cNvPr>
          <p:cNvGrpSpPr/>
          <p:nvPr/>
        </p:nvGrpSpPr>
        <p:grpSpPr>
          <a:xfrm>
            <a:off x="0" y="-388962"/>
            <a:ext cx="12192000" cy="7246962"/>
            <a:chOff x="0" y="-388962"/>
            <a:chExt cx="12192000" cy="7246962"/>
          </a:xfrm>
        </p:grpSpPr>
        <p:grpSp>
          <p:nvGrpSpPr>
            <p:cNvPr id="27" name="Группа 26">
              <a:extLst>
                <a:ext uri="{FF2B5EF4-FFF2-40B4-BE49-F238E27FC236}">
                  <a16:creationId xmlns:a16="http://schemas.microsoft.com/office/drawing/2014/main" id="{51A3A92F-2975-F795-4928-CDE3BEE1AAB3}"/>
                </a:ext>
              </a:extLst>
            </p:cNvPr>
            <p:cNvGrpSpPr/>
            <p:nvPr/>
          </p:nvGrpSpPr>
          <p:grpSpPr>
            <a:xfrm>
              <a:off x="0" y="-388962"/>
              <a:ext cx="12192000" cy="7246962"/>
              <a:chOff x="0" y="-388962"/>
              <a:chExt cx="12192000" cy="724696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52B95585-C12B-BFCA-1759-4305C66613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1045" b="29328"/>
              <a:stretch/>
            </p:blipFill>
            <p:spPr bwMode="auto">
              <a:xfrm>
                <a:off x="0" y="-388962"/>
                <a:ext cx="12192000" cy="72469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34ECB1ED-D0F6-E707-EAC2-C07DEFAEE447}"/>
                  </a:ext>
                </a:extLst>
              </p:cNvPr>
              <p:cNvSpPr/>
              <p:nvPr/>
            </p:nvSpPr>
            <p:spPr>
              <a:xfrm>
                <a:off x="5761608" y="4001294"/>
                <a:ext cx="4350058" cy="1660124"/>
              </a:xfrm>
              <a:prstGeom prst="rect">
                <a:avLst/>
              </a:prstGeom>
              <a:solidFill>
                <a:srgbClr val="18281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A6A67315-B6A7-2C6C-5272-F719AE9F6BA6}"/>
                  </a:ext>
                </a:extLst>
              </p:cNvPr>
              <p:cNvSpPr/>
              <p:nvPr/>
            </p:nvSpPr>
            <p:spPr>
              <a:xfrm>
                <a:off x="2151355" y="4918230"/>
                <a:ext cx="4350058" cy="565004"/>
              </a:xfrm>
              <a:prstGeom prst="rect">
                <a:avLst/>
              </a:prstGeom>
              <a:solidFill>
                <a:srgbClr val="18281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89BAE8FB-F137-291E-F9DD-25BEFFA7B341}"/>
                </a:ext>
              </a:extLst>
            </p:cNvPr>
            <p:cNvSpPr/>
            <p:nvPr/>
          </p:nvSpPr>
          <p:spPr>
            <a:xfrm>
              <a:off x="7355682" y="-37404"/>
              <a:ext cx="235744" cy="468409"/>
            </a:xfrm>
            <a:prstGeom prst="rect">
              <a:avLst/>
            </a:prstGeom>
            <a:solidFill>
              <a:srgbClr val="1C1E2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91569441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2F853AF9-FD6C-415C-96EC-FAEE379BBAF6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0B118D2-95B0-4F44-3507-95010AEDFF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4926"/>
            <a:stretch/>
          </p:blipFill>
          <p:spPr bwMode="auto">
            <a:xfrm>
              <a:off x="0" y="0"/>
              <a:ext cx="12192000" cy="685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2DAE9839-B4E3-F53A-2D58-CC4E68B611FE}"/>
                </a:ext>
              </a:extLst>
            </p:cNvPr>
            <p:cNvSpPr/>
            <p:nvPr/>
          </p:nvSpPr>
          <p:spPr>
            <a:xfrm>
              <a:off x="5537200" y="4635499"/>
              <a:ext cx="3594100" cy="1198563"/>
            </a:xfrm>
            <a:prstGeom prst="rect">
              <a:avLst/>
            </a:prstGeom>
            <a:solidFill>
              <a:srgbClr val="2B183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B4A9B4D0-03EE-A04E-D6DA-022243E0D95B}"/>
                </a:ext>
              </a:extLst>
            </p:cNvPr>
            <p:cNvSpPr/>
            <p:nvPr/>
          </p:nvSpPr>
          <p:spPr>
            <a:xfrm>
              <a:off x="2171700" y="5143499"/>
              <a:ext cx="3594100" cy="690563"/>
            </a:xfrm>
            <a:prstGeom prst="rect">
              <a:avLst/>
            </a:prstGeom>
            <a:solidFill>
              <a:srgbClr val="2B183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8529955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ACBC45-A458-010F-0A38-C304A3D33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Презентация_2">
            <a:hlinkClick r:id="" action="ppaction://media"/>
            <a:extLst>
              <a:ext uri="{FF2B5EF4-FFF2-40B4-BE49-F238E27FC236}">
                <a16:creationId xmlns:a16="http://schemas.microsoft.com/office/drawing/2014/main" id="{1236A7D0-EE42-D2DD-8C0A-29F66EA3C86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149517"/>
      </p:ext>
    </p:extLst>
  </p:cSld>
  <p:clrMapOvr>
    <a:masterClrMapping/>
  </p:clrMapOvr>
  <p:transition spd="slow" advTm="78828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840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AE8B07-26C4-11DA-8AF5-306E9855E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generated image">
            <a:extLst>
              <a:ext uri="{FF2B5EF4-FFF2-40B4-BE49-F238E27FC236}">
                <a16:creationId xmlns:a16="http://schemas.microsoft.com/office/drawing/2014/main" id="{14CBE655-3910-25EA-C468-207784600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700"/>
            <a:ext cx="12192000" cy="683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0995D4B-69E8-D2E9-419F-B8F4BDC6BCF1}"/>
              </a:ext>
            </a:extLst>
          </p:cNvPr>
          <p:cNvSpPr txBox="1"/>
          <p:nvPr/>
        </p:nvSpPr>
        <p:spPr>
          <a:xfrm>
            <a:off x="481263" y="1305342"/>
            <a:ext cx="505326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571883822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547</TotalTime>
  <Words>90</Words>
  <Application>Microsoft Office PowerPoint</Application>
  <PresentationFormat>Широкоэкранный</PresentationFormat>
  <Paragraphs>19</Paragraphs>
  <Slides>10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Helvetica Neue</vt:lpstr>
      <vt:lpstr>Times New Roman</vt:lpstr>
      <vt:lpstr>Тема Office</vt:lpstr>
      <vt:lpstr>Презентация PowerPoint</vt:lpstr>
      <vt:lpstr>Презентация PowerPoint</vt:lpstr>
      <vt:lpstr>Задачи</vt:lpstr>
      <vt:lpstr>Диаграмма прецедентов</vt:lpstr>
      <vt:lpstr>Диаграмма последовательности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Maxim</dc:creator>
  <cp:lastModifiedBy>Maxim</cp:lastModifiedBy>
  <cp:revision>24</cp:revision>
  <dcterms:created xsi:type="dcterms:W3CDTF">2024-11-26T16:25:34Z</dcterms:created>
  <dcterms:modified xsi:type="dcterms:W3CDTF">2025-05-24T13:25:34Z</dcterms:modified>
</cp:coreProperties>
</file>